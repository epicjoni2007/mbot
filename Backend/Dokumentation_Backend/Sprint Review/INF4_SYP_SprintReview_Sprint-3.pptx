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61" r:id="rId5"/>
    <p:sldId id="367" r:id="rId6"/>
    <p:sldId id="582" r:id="rId7"/>
    <p:sldId id="570" r:id="rId8"/>
    <p:sldId id="584" r:id="rId9"/>
    <p:sldId id="583" r:id="rId10"/>
    <p:sldId id="585" r:id="rId11"/>
    <p:sldId id="586" r:id="rId12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29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87F921-A2D1-453F-B8A5-27274A331EC1}" v="96" dt="2025-04-24T06:15:09.982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36"/>
        <p:guide pos="2961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ner Florian" userId="S::florian.hafner@htl-saalfelden.at::b48d43ab-bf96-491b-90f5-9683a08bc007" providerId="AD" clId="Web-{8761454B-95FA-477F-9E57-737290389E02}"/>
    <pc:docChg chg="modSld">
      <pc:chgData name="Hafner Florian" userId="S::florian.hafner@htl-saalfelden.at::b48d43ab-bf96-491b-90f5-9683a08bc007" providerId="AD" clId="Web-{8761454B-95FA-477F-9E57-737290389E02}" dt="2025-03-13T06:46:12.243" v="3" actId="20577"/>
      <pc:docMkLst>
        <pc:docMk/>
      </pc:docMkLst>
      <pc:sldChg chg="modSp">
        <pc:chgData name="Hafner Florian" userId="S::florian.hafner@htl-saalfelden.at::b48d43ab-bf96-491b-90f5-9683a08bc007" providerId="AD" clId="Web-{8761454B-95FA-477F-9E57-737290389E02}" dt="2025-03-13T06:45:10.022" v="0" actId="1076"/>
        <pc:sldMkLst>
          <pc:docMk/>
          <pc:sldMk cId="0" sldId="583"/>
        </pc:sldMkLst>
        <pc:graphicFrameChg chg="mod">
          <ac:chgData name="Hafner Florian" userId="S::florian.hafner@htl-saalfelden.at::b48d43ab-bf96-491b-90f5-9683a08bc007" providerId="AD" clId="Web-{8761454B-95FA-477F-9E57-737290389E02}" dt="2025-03-13T06:45:10.022" v="0" actId="1076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">
        <pc:chgData name="Hafner Florian" userId="S::florian.hafner@htl-saalfelden.at::b48d43ab-bf96-491b-90f5-9683a08bc007" providerId="AD" clId="Web-{8761454B-95FA-477F-9E57-737290389E02}" dt="2025-03-13T06:46:12.243" v="3" actId="20577"/>
        <pc:sldMkLst>
          <pc:docMk/>
          <pc:sldMk cId="2046662241" sldId="585"/>
        </pc:sldMkLst>
        <pc:spChg chg="mod">
          <ac:chgData name="Hafner Florian" userId="S::florian.hafner@htl-saalfelden.at::b48d43ab-bf96-491b-90f5-9683a08bc007" providerId="AD" clId="Web-{8761454B-95FA-477F-9E57-737290389E02}" dt="2025-03-13T06:46:12.243" v="3" actId="20577"/>
          <ac:spMkLst>
            <pc:docMk/>
            <pc:sldMk cId="2046662241" sldId="585"/>
            <ac:spMk id="3" creationId="{9FAA49B0-7914-7593-24F5-A9D7BD6DE9EF}"/>
          </ac:spMkLst>
        </pc:spChg>
      </pc:sldChg>
    </pc:docChg>
  </pc:docChgLst>
  <pc:docChgLst>
    <pc:chgData name="Ellmauthaler Philip" userId="S::philip.ellmauthaler@htl-saalfelden.at::5c6b7476-517f-484b-8d40-f259dc601a75" providerId="AD" clId="Web-{C446A411-6E7B-4B05-BB42-5944E34AF2B4}"/>
    <pc:docChg chg="modSld">
      <pc:chgData name="Ellmauthaler Philip" userId="S::philip.ellmauthaler@htl-saalfelden.at::5c6b7476-517f-484b-8d40-f259dc601a75" providerId="AD" clId="Web-{C446A411-6E7B-4B05-BB42-5944E34AF2B4}" dt="2025-02-06T08:20:49.494" v="7" actId="20577"/>
      <pc:docMkLst>
        <pc:docMk/>
      </pc:docMkLst>
      <pc:sldChg chg="modSp">
        <pc:chgData name="Ellmauthaler Philip" userId="S::philip.ellmauthaler@htl-saalfelden.at::5c6b7476-517f-484b-8d40-f259dc601a75" providerId="AD" clId="Web-{C446A411-6E7B-4B05-BB42-5944E34AF2B4}" dt="2025-02-06T08:20:32.463" v="1" actId="20577"/>
        <pc:sldMkLst>
          <pc:docMk/>
          <pc:sldMk cId="0" sldId="570"/>
        </pc:sldMkLst>
        <pc:spChg chg="mod">
          <ac:chgData name="Ellmauthaler Philip" userId="S::philip.ellmauthaler@htl-saalfelden.at::5c6b7476-517f-484b-8d40-f259dc601a75" providerId="AD" clId="Web-{C446A411-6E7B-4B05-BB42-5944E34AF2B4}" dt="2025-02-06T08:20:32.463" v="1" actId="20577"/>
          <ac:spMkLst>
            <pc:docMk/>
            <pc:sldMk cId="0" sldId="570"/>
            <ac:spMk id="5" creationId="{00000000-0000-0000-0000-000000000000}"/>
          </ac:spMkLst>
        </pc:spChg>
      </pc:sldChg>
      <pc:sldChg chg="modSp">
        <pc:chgData name="Ellmauthaler Philip" userId="S::philip.ellmauthaler@htl-saalfelden.at::5c6b7476-517f-484b-8d40-f259dc601a75" providerId="AD" clId="Web-{C446A411-6E7B-4B05-BB42-5944E34AF2B4}" dt="2025-02-06T08:20:49.494" v="7" actId="20577"/>
        <pc:sldMkLst>
          <pc:docMk/>
          <pc:sldMk cId="0" sldId="584"/>
        </pc:sldMkLst>
        <pc:spChg chg="mod">
          <ac:chgData name="Ellmauthaler Philip" userId="S::philip.ellmauthaler@htl-saalfelden.at::5c6b7476-517f-484b-8d40-f259dc601a75" providerId="AD" clId="Web-{C446A411-6E7B-4B05-BB42-5944E34AF2B4}" dt="2025-02-06T08:20:49.494" v="7" actId="20577"/>
          <ac:spMkLst>
            <pc:docMk/>
            <pc:sldMk cId="0" sldId="584"/>
            <ac:spMk id="5" creationId="{00000000-0000-0000-0000-000000000000}"/>
          </ac:spMkLst>
        </pc:spChg>
      </pc:sldChg>
    </pc:docChg>
  </pc:docChgLst>
  <pc:docChgLst>
    <pc:chgData name="Ellmauthaler Philip" userId="S::philip.ellmauthaler@htl-saalfelden.at::5c6b7476-517f-484b-8d40-f259dc601a75" providerId="AD" clId="Web-{862652BE-893D-44DE-806B-E00C76E1AA9A}"/>
    <pc:docChg chg="modSld">
      <pc:chgData name="Ellmauthaler Philip" userId="S::philip.ellmauthaler@htl-saalfelden.at::5c6b7476-517f-484b-8d40-f259dc601a75" providerId="AD" clId="Web-{862652BE-893D-44DE-806B-E00C76E1AA9A}" dt="2025-03-12T09:20:48.846" v="9"/>
      <pc:docMkLst>
        <pc:docMk/>
      </pc:docMkLst>
      <pc:sldChg chg="modSp">
        <pc:chgData name="Ellmauthaler Philip" userId="S::philip.ellmauthaler@htl-saalfelden.at::5c6b7476-517f-484b-8d40-f259dc601a75" providerId="AD" clId="Web-{862652BE-893D-44DE-806B-E00C76E1AA9A}" dt="2025-03-12T09:20:48.846" v="9"/>
        <pc:sldMkLst>
          <pc:docMk/>
          <pc:sldMk cId="0" sldId="582"/>
        </pc:sldMkLst>
        <pc:graphicFrameChg chg="mod modGraphic">
          <ac:chgData name="Ellmauthaler Philip" userId="S::philip.ellmauthaler@htl-saalfelden.at::5c6b7476-517f-484b-8d40-f259dc601a75" providerId="AD" clId="Web-{862652BE-893D-44DE-806B-E00C76E1AA9A}" dt="2025-03-12T09:20:48.846" v="9"/>
          <ac:graphicFrameMkLst>
            <pc:docMk/>
            <pc:sldMk cId="0" sldId="582"/>
            <ac:graphicFrameMk id="4" creationId="{00000000-0000-0000-0000-000000000000}"/>
          </ac:graphicFrameMkLst>
        </pc:graphicFrameChg>
      </pc:sldChg>
    </pc:docChg>
  </pc:docChgLst>
  <pc:docChgLst>
    <pc:chgData name="Ellmauthaler Philip" userId="S::philip.ellmauthaler@htl-saalfelden.at::5c6b7476-517f-484b-8d40-f259dc601a75" providerId="AD" clId="Web-{8F38FDD1-D1EA-43C0-9DB8-4B148B5AC6AF}"/>
    <pc:docChg chg="modSld">
      <pc:chgData name="Ellmauthaler Philip" userId="S::philip.ellmauthaler@htl-saalfelden.at::5c6b7476-517f-484b-8d40-f259dc601a75" providerId="AD" clId="Web-{8F38FDD1-D1EA-43C0-9DB8-4B148B5AC6AF}" dt="2025-03-12T08:47:43.934" v="23" actId="20577"/>
      <pc:docMkLst>
        <pc:docMk/>
      </pc:docMkLst>
      <pc:sldChg chg="modSp">
        <pc:chgData name="Ellmauthaler Philip" userId="S::philip.ellmauthaler@htl-saalfelden.at::5c6b7476-517f-484b-8d40-f259dc601a75" providerId="AD" clId="Web-{8F38FDD1-D1EA-43C0-9DB8-4B148B5AC6AF}" dt="2025-03-12T08:47:43.934" v="23" actId="20577"/>
        <pc:sldMkLst>
          <pc:docMk/>
          <pc:sldMk cId="0" sldId="583"/>
        </pc:sldMkLst>
        <pc:graphicFrameChg chg="mod modGraphic">
          <ac:chgData name="Ellmauthaler Philip" userId="S::philip.ellmauthaler@htl-saalfelden.at::5c6b7476-517f-484b-8d40-f259dc601a75" providerId="AD" clId="Web-{8F38FDD1-D1EA-43C0-9DB8-4B148B5AC6AF}" dt="2025-03-12T08:47:43.934" v="23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Hafner Florian" userId="S::florian.hafner@htl-saalfelden.at::b48d43ab-bf96-491b-90f5-9683a08bc007" providerId="AD" clId="Web-{800D0512-F401-4A63-8242-2FEBC4EC206F}"/>
    <pc:docChg chg="modSld">
      <pc:chgData name="Hafner Florian" userId="S::florian.hafner@htl-saalfelden.at::b48d43ab-bf96-491b-90f5-9683a08bc007" providerId="AD" clId="Web-{800D0512-F401-4A63-8242-2FEBC4EC206F}" dt="2025-03-13T06:52:52.992" v="0" actId="20577"/>
      <pc:docMkLst>
        <pc:docMk/>
      </pc:docMkLst>
      <pc:sldChg chg="modSp">
        <pc:chgData name="Hafner Florian" userId="S::florian.hafner@htl-saalfelden.at::b48d43ab-bf96-491b-90f5-9683a08bc007" providerId="AD" clId="Web-{800D0512-F401-4A63-8242-2FEBC4EC206F}" dt="2025-03-13T06:52:52.992" v="0" actId="20577"/>
        <pc:sldMkLst>
          <pc:docMk/>
          <pc:sldMk cId="0" sldId="361"/>
        </pc:sldMkLst>
        <pc:spChg chg="mod">
          <ac:chgData name="Hafner Florian" userId="S::florian.hafner@htl-saalfelden.at::b48d43ab-bf96-491b-90f5-9683a08bc007" providerId="AD" clId="Web-{800D0512-F401-4A63-8242-2FEBC4EC206F}" dt="2025-03-13T06:52:52.992" v="0" actId="20577"/>
          <ac:spMkLst>
            <pc:docMk/>
            <pc:sldMk cId="0" sldId="361"/>
            <ac:spMk id="2" creationId="{00000000-0000-0000-0000-000000000000}"/>
          </ac:spMkLst>
        </pc:spChg>
      </pc:sldChg>
    </pc:docChg>
  </pc:docChgLst>
  <pc:docChgLst>
    <pc:chgData name="Hafner Florian" userId="b48d43ab-bf96-491b-90f5-9683a08bc007" providerId="ADAL" clId="{F5189588-8648-473B-BB22-DDD7B89C69A0}"/>
    <pc:docChg chg="undo custSel modSld">
      <pc:chgData name="Hafner Florian" userId="b48d43ab-bf96-491b-90f5-9683a08bc007" providerId="ADAL" clId="{F5189588-8648-473B-BB22-DDD7B89C69A0}" dt="2025-03-13T07:24:21.666" v="256" actId="20577"/>
      <pc:docMkLst>
        <pc:docMk/>
      </pc:docMkLst>
      <pc:sldChg chg="modSp mod">
        <pc:chgData name="Hafner Florian" userId="b48d43ab-bf96-491b-90f5-9683a08bc007" providerId="ADAL" clId="{F5189588-8648-473B-BB22-DDD7B89C69A0}" dt="2025-03-13T07:00:22.814" v="109" actId="20577"/>
        <pc:sldMkLst>
          <pc:docMk/>
          <pc:sldMk cId="0" sldId="582"/>
        </pc:sldMkLst>
        <pc:graphicFrameChg chg="modGraphic">
          <ac:chgData name="Hafner Florian" userId="b48d43ab-bf96-491b-90f5-9683a08bc007" providerId="ADAL" clId="{F5189588-8648-473B-BB22-DDD7B89C69A0}" dt="2025-03-13T07:00:22.814" v="109" actId="20577"/>
          <ac:graphicFrameMkLst>
            <pc:docMk/>
            <pc:sldMk cId="0" sldId="582"/>
            <ac:graphicFrameMk id="4" creationId="{00000000-0000-0000-0000-000000000000}"/>
          </ac:graphicFrameMkLst>
        </pc:graphicFrameChg>
      </pc:sldChg>
      <pc:sldChg chg="modSp mod">
        <pc:chgData name="Hafner Florian" userId="b48d43ab-bf96-491b-90f5-9683a08bc007" providerId="ADAL" clId="{F5189588-8648-473B-BB22-DDD7B89C69A0}" dt="2025-03-13T07:23:08.537" v="220" actId="27918"/>
        <pc:sldMkLst>
          <pc:docMk/>
          <pc:sldMk cId="0" sldId="583"/>
        </pc:sldMkLst>
        <pc:graphicFrameChg chg="mod">
          <ac:chgData name="Hafner Florian" userId="b48d43ab-bf96-491b-90f5-9683a08bc007" providerId="ADAL" clId="{F5189588-8648-473B-BB22-DDD7B89C69A0}" dt="2025-03-13T07:04:40.631" v="148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Hafner Florian" userId="b48d43ab-bf96-491b-90f5-9683a08bc007" providerId="ADAL" clId="{F5189588-8648-473B-BB22-DDD7B89C69A0}" dt="2025-03-13T07:24:21.666" v="256" actId="20577"/>
        <pc:sldMkLst>
          <pc:docMk/>
          <pc:sldMk cId="0" sldId="584"/>
        </pc:sldMkLst>
        <pc:spChg chg="mod">
          <ac:chgData name="Hafner Florian" userId="b48d43ab-bf96-491b-90f5-9683a08bc007" providerId="ADAL" clId="{F5189588-8648-473B-BB22-DDD7B89C69A0}" dt="2025-03-13T07:24:21.666" v="256" actId="20577"/>
          <ac:spMkLst>
            <pc:docMk/>
            <pc:sldMk cId="0" sldId="584"/>
            <ac:spMk id="5" creationId="{00000000-0000-0000-0000-000000000000}"/>
          </ac:spMkLst>
        </pc:spChg>
      </pc:sldChg>
    </pc:docChg>
  </pc:docChgLst>
  <pc:docChgLst>
    <pc:chgData name="Eder Jonas" userId="fa0059ff-45ff-44a0-8b68-1ddf442034b8" providerId="ADAL" clId="{D8FD4985-04C8-4C9E-AFB6-99AEB90335B6}"/>
    <pc:docChg chg="undo redo custSel addSld delSld modSld sldOrd">
      <pc:chgData name="Eder Jonas" userId="fa0059ff-45ff-44a0-8b68-1ddf442034b8" providerId="ADAL" clId="{D8FD4985-04C8-4C9E-AFB6-99AEB90335B6}" dt="2025-02-19T07:39:04.980" v="807" actId="12"/>
      <pc:docMkLst>
        <pc:docMk/>
      </pc:docMkLst>
      <pc:sldChg chg="modSp mod">
        <pc:chgData name="Eder Jonas" userId="fa0059ff-45ff-44a0-8b68-1ddf442034b8" providerId="ADAL" clId="{D8FD4985-04C8-4C9E-AFB6-99AEB90335B6}" dt="2025-02-19T07:30:57.186" v="722" actId="20577"/>
        <pc:sldMkLst>
          <pc:docMk/>
          <pc:sldMk cId="0" sldId="361"/>
        </pc:sldMkLst>
        <pc:spChg chg="mod">
          <ac:chgData name="Eder Jonas" userId="fa0059ff-45ff-44a0-8b68-1ddf442034b8" providerId="ADAL" clId="{D8FD4985-04C8-4C9E-AFB6-99AEB90335B6}" dt="2025-02-19T07:30:57.186" v="722" actId="20577"/>
          <ac:spMkLst>
            <pc:docMk/>
            <pc:sldMk cId="0" sldId="361"/>
            <ac:spMk id="4" creationId="{00000000-0000-0000-0000-000000000000}"/>
          </ac:spMkLst>
        </pc:spChg>
      </pc:sldChg>
      <pc:sldChg chg="addSp delSp modSp mod modClrScheme chgLayout">
        <pc:chgData name="Eder Jonas" userId="fa0059ff-45ff-44a0-8b68-1ddf442034b8" providerId="ADAL" clId="{D8FD4985-04C8-4C9E-AFB6-99AEB90335B6}" dt="2025-02-19T07:01:22.042" v="101" actId="26606"/>
        <pc:sldMkLst>
          <pc:docMk/>
          <pc:sldMk cId="0" sldId="367"/>
        </pc:sldMkLst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2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8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9" creationId="{00000000-0000-0000-0000-000000000000}"/>
          </ac:spMkLst>
        </pc:spChg>
        <pc:graphicFrameChg chg="add mod modGraphic">
          <ac:chgData name="Eder Jonas" userId="fa0059ff-45ff-44a0-8b68-1ddf442034b8" providerId="ADAL" clId="{D8FD4985-04C8-4C9E-AFB6-99AEB90335B6}" dt="2025-02-19T07:01:22.042" v="101" actId="26606"/>
          <ac:graphicFrameMkLst>
            <pc:docMk/>
            <pc:sldMk cId="0" sldId="367"/>
            <ac:graphicFrameMk id="12" creationId="{E0ECFA66-2631-DA02-3211-09773E9AF8B3}"/>
          </ac:graphicFrameMkLst>
        </pc:graphicFrameChg>
      </pc:sldChg>
      <pc:sldChg chg="addSp delSp modSp add del mod modClrScheme modShow chgLayout">
        <pc:chgData name="Eder Jonas" userId="fa0059ff-45ff-44a0-8b68-1ddf442034b8" providerId="ADAL" clId="{D8FD4985-04C8-4C9E-AFB6-99AEB90335B6}" dt="2025-02-19T07:36:59.854" v="762" actId="20577"/>
        <pc:sldMkLst>
          <pc:docMk/>
          <pc:sldMk cId="0" sldId="583"/>
        </pc:sldMkLst>
        <pc:spChg chg="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2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10:35.476" v="301" actId="26606"/>
          <ac:spMkLst>
            <pc:docMk/>
            <pc:sldMk cId="0" sldId="583"/>
            <ac:spMk id="8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9" creationId="{00000000-0000-0000-0000-000000000000}"/>
          </ac:spMkLst>
        </pc:spChg>
        <pc:graphicFrameChg chg="add mod modGraphic">
          <ac:chgData name="Eder Jonas" userId="fa0059ff-45ff-44a0-8b68-1ddf442034b8" providerId="ADAL" clId="{D8FD4985-04C8-4C9E-AFB6-99AEB90335B6}" dt="2025-02-19T07:36:59.854" v="762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Eder Jonas" userId="fa0059ff-45ff-44a0-8b68-1ddf442034b8" providerId="ADAL" clId="{D8FD4985-04C8-4C9E-AFB6-99AEB90335B6}" dt="2025-02-19T07:05:07.822" v="118" actId="20577"/>
        <pc:sldMkLst>
          <pc:docMk/>
          <pc:sldMk cId="0" sldId="584"/>
        </pc:sldMkLst>
        <pc:spChg chg="mod">
          <ac:chgData name="Eder Jonas" userId="fa0059ff-45ff-44a0-8b68-1ddf442034b8" providerId="ADAL" clId="{D8FD4985-04C8-4C9E-AFB6-99AEB90335B6}" dt="2025-02-19T07:05:07.822" v="118" actId="20577"/>
          <ac:spMkLst>
            <pc:docMk/>
            <pc:sldMk cId="0" sldId="584"/>
            <ac:spMk id="5" creationId="{00000000-0000-0000-0000-000000000000}"/>
          </ac:spMkLst>
        </pc:spChg>
      </pc:sldChg>
      <pc:sldChg chg="addSp delSp modSp new del mod">
        <pc:chgData name="Eder Jonas" userId="fa0059ff-45ff-44a0-8b68-1ddf442034b8" providerId="ADAL" clId="{D8FD4985-04C8-4C9E-AFB6-99AEB90335B6}" dt="2025-02-19T06:49:04.363" v="55" actId="2696"/>
        <pc:sldMkLst>
          <pc:docMk/>
          <pc:sldMk cId="16265146" sldId="585"/>
        </pc:sldMkLst>
      </pc:sldChg>
      <pc:sldChg chg="modSp new mod ord">
        <pc:chgData name="Eder Jonas" userId="fa0059ff-45ff-44a0-8b68-1ddf442034b8" providerId="ADAL" clId="{D8FD4985-04C8-4C9E-AFB6-99AEB90335B6}" dt="2025-02-19T07:29:47.227" v="714" actId="20578"/>
        <pc:sldMkLst>
          <pc:docMk/>
          <pc:sldMk cId="2046662241" sldId="585"/>
        </pc:sldMkLst>
        <pc:spChg chg="mod">
          <ac:chgData name="Eder Jonas" userId="fa0059ff-45ff-44a0-8b68-1ddf442034b8" providerId="ADAL" clId="{D8FD4985-04C8-4C9E-AFB6-99AEB90335B6}" dt="2025-02-19T07:16:47.495" v="372" actId="20577"/>
          <ac:spMkLst>
            <pc:docMk/>
            <pc:sldMk cId="2046662241" sldId="585"/>
            <ac:spMk id="2" creationId="{A736BEAA-9DBD-3C9F-5A9B-0E7E5C7C83C3}"/>
          </ac:spMkLst>
        </pc:spChg>
        <pc:spChg chg="mod">
          <ac:chgData name="Eder Jonas" userId="fa0059ff-45ff-44a0-8b68-1ddf442034b8" providerId="ADAL" clId="{D8FD4985-04C8-4C9E-AFB6-99AEB90335B6}" dt="2025-02-19T07:28:02.367" v="709" actId="20577"/>
          <ac:spMkLst>
            <pc:docMk/>
            <pc:sldMk cId="2046662241" sldId="585"/>
            <ac:spMk id="3" creationId="{9FAA49B0-7914-7593-24F5-A9D7BD6DE9EF}"/>
          </ac:spMkLst>
        </pc:spChg>
      </pc:sldChg>
      <pc:sldChg chg="modSp new del mod">
        <pc:chgData name="Eder Jonas" userId="fa0059ff-45ff-44a0-8b68-1ddf442034b8" providerId="ADAL" clId="{D8FD4985-04C8-4C9E-AFB6-99AEB90335B6}" dt="2025-02-19T06:56:38.900" v="88" actId="680"/>
        <pc:sldMkLst>
          <pc:docMk/>
          <pc:sldMk cId="3497108193" sldId="585"/>
        </pc:sldMkLst>
      </pc:sldChg>
      <pc:sldChg chg="modSp new mod">
        <pc:chgData name="Eder Jonas" userId="fa0059ff-45ff-44a0-8b68-1ddf442034b8" providerId="ADAL" clId="{D8FD4985-04C8-4C9E-AFB6-99AEB90335B6}" dt="2025-02-19T07:39:04.980" v="807" actId="12"/>
        <pc:sldMkLst>
          <pc:docMk/>
          <pc:sldMk cId="3833746980" sldId="586"/>
        </pc:sldMkLst>
        <pc:spChg chg="mod">
          <ac:chgData name="Eder Jonas" userId="fa0059ff-45ff-44a0-8b68-1ddf442034b8" providerId="ADAL" clId="{D8FD4985-04C8-4C9E-AFB6-99AEB90335B6}" dt="2025-02-19T07:38:38.381" v="804" actId="20577"/>
          <ac:spMkLst>
            <pc:docMk/>
            <pc:sldMk cId="3833746980" sldId="586"/>
            <ac:spMk id="2" creationId="{D99CB628-C254-E8DB-E239-D312A0197873}"/>
          </ac:spMkLst>
        </pc:spChg>
        <pc:spChg chg="mod">
          <ac:chgData name="Eder Jonas" userId="fa0059ff-45ff-44a0-8b68-1ddf442034b8" providerId="ADAL" clId="{D8FD4985-04C8-4C9E-AFB6-99AEB90335B6}" dt="2025-02-19T07:39:04.980" v="807" actId="12"/>
          <ac:spMkLst>
            <pc:docMk/>
            <pc:sldMk cId="3833746980" sldId="586"/>
            <ac:spMk id="3" creationId="{2C231336-FBF7-669B-4E31-358737C421C4}"/>
          </ac:spMkLst>
        </pc:spChg>
      </pc:sldChg>
      <pc:sldChg chg="new del">
        <pc:chgData name="Eder Jonas" userId="fa0059ff-45ff-44a0-8b68-1ddf442034b8" providerId="ADAL" clId="{D8FD4985-04C8-4C9E-AFB6-99AEB90335B6}" dt="2025-02-19T07:02:52.989" v="114" actId="680"/>
        <pc:sldMkLst>
          <pc:docMk/>
          <pc:sldMk cId="4135748574" sldId="586"/>
        </pc:sldMkLst>
      </pc:sldChg>
      <pc:sldChg chg="new del">
        <pc:chgData name="Eder Jonas" userId="fa0059ff-45ff-44a0-8b68-1ddf442034b8" providerId="ADAL" clId="{D8FD4985-04C8-4C9E-AFB6-99AEB90335B6}" dt="2025-02-19T07:02:52.231" v="113" actId="680"/>
        <pc:sldMkLst>
          <pc:docMk/>
          <pc:sldMk cId="906188883" sldId="587"/>
        </pc:sldMkLst>
      </pc:sldChg>
      <pc:sldChg chg="new del">
        <pc:chgData name="Eder Jonas" userId="fa0059ff-45ff-44a0-8b68-1ddf442034b8" providerId="ADAL" clId="{D8FD4985-04C8-4C9E-AFB6-99AEB90335B6}" dt="2025-02-19T07:02:51.819" v="112" actId="680"/>
        <pc:sldMkLst>
          <pc:docMk/>
          <pc:sldMk cId="4008728425" sldId="588"/>
        </pc:sldMkLst>
      </pc:sldChg>
      <pc:sldChg chg="new del">
        <pc:chgData name="Eder Jonas" userId="fa0059ff-45ff-44a0-8b68-1ddf442034b8" providerId="ADAL" clId="{D8FD4985-04C8-4C9E-AFB6-99AEB90335B6}" dt="2025-02-19T07:02:51.630" v="111" actId="680"/>
        <pc:sldMkLst>
          <pc:docMk/>
          <pc:sldMk cId="2011606223" sldId="589"/>
        </pc:sldMkLst>
      </pc:sldChg>
      <pc:sldChg chg="new del">
        <pc:chgData name="Eder Jonas" userId="fa0059ff-45ff-44a0-8b68-1ddf442034b8" providerId="ADAL" clId="{D8FD4985-04C8-4C9E-AFB6-99AEB90335B6}" dt="2025-02-19T07:02:51.442" v="110" actId="680"/>
        <pc:sldMkLst>
          <pc:docMk/>
          <pc:sldMk cId="2038713038" sldId="590"/>
        </pc:sldMkLst>
      </pc:sldChg>
    </pc:docChg>
  </pc:docChgLst>
  <pc:docChgLst>
    <pc:chgData name="Ellmauthaler Philip" userId="S::philip.ellmauthaler@htl-saalfelden.at::5c6b7476-517f-484b-8d40-f259dc601a75" providerId="AD" clId="Web-{EF42E1E4-7179-47C7-8F64-B9474531233B}"/>
    <pc:docChg chg="modSld">
      <pc:chgData name="Ellmauthaler Philip" userId="S::philip.ellmauthaler@htl-saalfelden.at::5c6b7476-517f-484b-8d40-f259dc601a75" providerId="AD" clId="Web-{EF42E1E4-7179-47C7-8F64-B9474531233B}" dt="2025-03-12T08:46:22.438" v="1" actId="20577"/>
      <pc:docMkLst>
        <pc:docMk/>
      </pc:docMkLst>
      <pc:sldChg chg="modSp">
        <pc:chgData name="Ellmauthaler Philip" userId="S::philip.ellmauthaler@htl-saalfelden.at::5c6b7476-517f-484b-8d40-f259dc601a75" providerId="AD" clId="Web-{EF42E1E4-7179-47C7-8F64-B9474531233B}" dt="2025-03-12T08:46:22.438" v="1" actId="20577"/>
        <pc:sldMkLst>
          <pc:docMk/>
          <pc:sldMk cId="0" sldId="583"/>
        </pc:sldMkLst>
        <pc:graphicFrameChg chg="modGraphic">
          <ac:chgData name="Ellmauthaler Philip" userId="S::philip.ellmauthaler@htl-saalfelden.at::5c6b7476-517f-484b-8d40-f259dc601a75" providerId="AD" clId="Web-{EF42E1E4-7179-47C7-8F64-B9474531233B}" dt="2025-03-12T08:46:22.438" v="1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Ellmauthaler Philip" userId="5c6b7476-517f-484b-8d40-f259dc601a75" providerId="ADAL" clId="{1851AD4E-05EC-4028-A566-9A29F56D20CA}"/>
    <pc:docChg chg="undo custSel modSld">
      <pc:chgData name="Ellmauthaler Philip" userId="5c6b7476-517f-484b-8d40-f259dc601a75" providerId="ADAL" clId="{1851AD4E-05EC-4028-A566-9A29F56D20CA}" dt="2025-04-10T08:03:26.254" v="315" actId="20577"/>
      <pc:docMkLst>
        <pc:docMk/>
      </pc:docMkLst>
      <pc:sldChg chg="modSp">
        <pc:chgData name="Ellmauthaler Philip" userId="5c6b7476-517f-484b-8d40-f259dc601a75" providerId="ADAL" clId="{1851AD4E-05EC-4028-A566-9A29F56D20CA}" dt="2025-04-10T07:14:15.900" v="192" actId="20577"/>
        <pc:sldMkLst>
          <pc:docMk/>
          <pc:sldMk cId="0" sldId="583"/>
        </pc:sldMkLst>
        <pc:graphicFrameChg chg="mod">
          <ac:chgData name="Ellmauthaler Philip" userId="5c6b7476-517f-484b-8d40-f259dc601a75" providerId="ADAL" clId="{1851AD4E-05EC-4028-A566-9A29F56D20CA}" dt="2025-04-10T07:14:15.900" v="192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Ellmauthaler Philip" userId="5c6b7476-517f-484b-8d40-f259dc601a75" providerId="ADAL" clId="{1851AD4E-05EC-4028-A566-9A29F56D20CA}" dt="2025-04-10T08:03:26.254" v="315" actId="20577"/>
        <pc:sldMkLst>
          <pc:docMk/>
          <pc:sldMk cId="2046662241" sldId="585"/>
        </pc:sldMkLst>
        <pc:spChg chg="mod">
          <ac:chgData name="Ellmauthaler Philip" userId="5c6b7476-517f-484b-8d40-f259dc601a75" providerId="ADAL" clId="{1851AD4E-05EC-4028-A566-9A29F56D20CA}" dt="2025-04-10T08:03:26.254" v="315" actId="20577"/>
          <ac:spMkLst>
            <pc:docMk/>
            <pc:sldMk cId="2046662241" sldId="585"/>
            <ac:spMk id="3" creationId="{9FAA49B0-7914-7593-24F5-A9D7BD6DE9EF}"/>
          </ac:spMkLst>
        </pc:spChg>
      </pc:sldChg>
    </pc:docChg>
  </pc:docChgLst>
  <pc:docChgLst>
    <pc:chgData name="Hafner Florian" userId="b48d43ab-bf96-491b-90f5-9683a08bc007" providerId="ADAL" clId="{901A7DE7-C3A0-42E1-952C-F33FFBCD57BF}"/>
    <pc:docChg chg="modSld">
      <pc:chgData name="Hafner Florian" userId="b48d43ab-bf96-491b-90f5-9683a08bc007" providerId="ADAL" clId="{901A7DE7-C3A0-42E1-952C-F33FFBCD57BF}" dt="2025-02-19T07:47:47.758" v="31" actId="20577"/>
      <pc:docMkLst>
        <pc:docMk/>
      </pc:docMkLst>
      <pc:sldChg chg="modSp mod">
        <pc:chgData name="Hafner Florian" userId="b48d43ab-bf96-491b-90f5-9683a08bc007" providerId="ADAL" clId="{901A7DE7-C3A0-42E1-952C-F33FFBCD57BF}" dt="2025-02-19T07:40:24.197" v="16" actId="20577"/>
        <pc:sldMkLst>
          <pc:docMk/>
          <pc:sldMk cId="0" sldId="570"/>
        </pc:sldMkLst>
      </pc:sldChg>
      <pc:sldChg chg="modSp mod">
        <pc:chgData name="Hafner Florian" userId="b48d43ab-bf96-491b-90f5-9683a08bc007" providerId="ADAL" clId="{901A7DE7-C3A0-42E1-952C-F33FFBCD57BF}" dt="2025-02-19T07:47:47.758" v="31" actId="20577"/>
        <pc:sldMkLst>
          <pc:docMk/>
          <pc:sldMk cId="0" sldId="583"/>
        </pc:sldMkLst>
        <pc:spChg chg="mod">
          <ac:chgData name="Hafner Florian" userId="b48d43ab-bf96-491b-90f5-9683a08bc007" providerId="ADAL" clId="{901A7DE7-C3A0-42E1-952C-F33FFBCD57BF}" dt="2025-02-19T07:47:47.758" v="31" actId="20577"/>
          <ac:spMkLst>
            <pc:docMk/>
            <pc:sldMk cId="0" sldId="583"/>
            <ac:spMk id="2" creationId="{00000000-0000-0000-0000-000000000000}"/>
          </ac:spMkLst>
        </pc:spChg>
        <pc:graphicFrameChg chg="mod">
          <ac:chgData name="Hafner Florian" userId="b48d43ab-bf96-491b-90f5-9683a08bc007" providerId="ADAL" clId="{901A7DE7-C3A0-42E1-952C-F33FFBCD57BF}" dt="2025-02-19T07:42:46.109" v="23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Ellmauthaler Philip" userId="S::philip.ellmauthaler@htl-saalfelden.at::5c6b7476-517f-484b-8d40-f259dc601a75" providerId="AD" clId="Web-{2096CD9A-CB93-4C37-BDB0-7214AECFEACA}"/>
    <pc:docChg chg="modSld">
      <pc:chgData name="Ellmauthaler Philip" userId="S::philip.ellmauthaler@htl-saalfelden.at::5c6b7476-517f-484b-8d40-f259dc601a75" providerId="AD" clId="Web-{2096CD9A-CB93-4C37-BDB0-7214AECFEACA}" dt="2025-03-13T07:22:45.258" v="2" actId="1076"/>
      <pc:docMkLst>
        <pc:docMk/>
      </pc:docMkLst>
      <pc:sldChg chg="addSp delSp modSp">
        <pc:chgData name="Ellmauthaler Philip" userId="S::philip.ellmauthaler@htl-saalfelden.at::5c6b7476-517f-484b-8d40-f259dc601a75" providerId="AD" clId="Web-{2096CD9A-CB93-4C37-BDB0-7214AECFEACA}" dt="2025-03-13T07:22:45.258" v="2" actId="1076"/>
        <pc:sldMkLst>
          <pc:docMk/>
          <pc:sldMk cId="0" sldId="584"/>
        </pc:sldMkLst>
        <pc:graphicFrameChg chg="add mod">
          <ac:chgData name="Ellmauthaler Philip" userId="S::philip.ellmauthaler@htl-saalfelden.at::5c6b7476-517f-484b-8d40-f259dc601a75" providerId="AD" clId="Web-{2096CD9A-CB93-4C37-BDB0-7214AECFEACA}" dt="2025-03-13T07:22:45.258" v="2" actId="1076"/>
          <ac:graphicFrameMkLst>
            <pc:docMk/>
            <pc:sldMk cId="0" sldId="584"/>
            <ac:graphicFrameMk id="3" creationId="{AB5CA1AE-92B2-CEC7-3A55-2AE2F8EA1513}"/>
          </ac:graphicFrameMkLst>
        </pc:graphicFrameChg>
      </pc:sldChg>
    </pc:docChg>
  </pc:docChgLst>
  <pc:docChgLst>
    <pc:chgData name="Hafner Florian" userId="b48d43ab-bf96-491b-90f5-9683a08bc007" providerId="ADAL" clId="{61D53FF2-06EB-4087-A933-F3FA8DD54455}"/>
    <pc:docChg chg="undo custSel modSld">
      <pc:chgData name="Hafner Florian" userId="b48d43ab-bf96-491b-90f5-9683a08bc007" providerId="ADAL" clId="{61D53FF2-06EB-4087-A933-F3FA8DD54455}" dt="2025-02-06T09:03:50.858" v="46" actId="790"/>
      <pc:docMkLst>
        <pc:docMk/>
      </pc:docMkLst>
      <pc:sldChg chg="addSp delSp modSp mod modClrScheme chgLayout">
        <pc:chgData name="Hafner Florian" userId="b48d43ab-bf96-491b-90f5-9683a08bc007" providerId="ADAL" clId="{61D53FF2-06EB-4087-A933-F3FA8DD54455}" dt="2025-02-06T09:03:50.858" v="46" actId="790"/>
        <pc:sldMkLst>
          <pc:docMk/>
          <pc:sldMk cId="0" sldId="570"/>
        </pc:sldMkLst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2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3:50.858" v="46" actId="790"/>
          <ac:spMkLst>
            <pc:docMk/>
            <pc:sldMk cId="0" sldId="570"/>
            <ac:spMk id="5" creationId="{00000000-0000-0000-0000-000000000000}"/>
          </ac:spMkLst>
        </pc:spChg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8" creationId="{00000000-0000-0000-0000-000000000000}"/>
          </ac:spMkLst>
        </pc:spChg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9" creationId="{00000000-0000-0000-0000-000000000000}"/>
          </ac:spMkLst>
        </pc:spChg>
      </pc:sldChg>
      <pc:sldChg chg="addSp delSp modSp mod modClrScheme chgLayout">
        <pc:chgData name="Hafner Florian" userId="b48d43ab-bf96-491b-90f5-9683a08bc007" providerId="ADAL" clId="{61D53FF2-06EB-4087-A933-F3FA8DD54455}" dt="2025-02-06T09:02:26.149" v="37" actId="1076"/>
        <pc:sldMkLst>
          <pc:docMk/>
          <pc:sldMk cId="0" sldId="584"/>
        </pc:sldMkLst>
        <pc:spChg chg="add del 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2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2:26.149" v="37" actId="1076"/>
          <ac:spMkLst>
            <pc:docMk/>
            <pc:sldMk cId="0" sldId="584"/>
            <ac:spMk id="5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8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9" creationId="{00000000-0000-0000-0000-000000000000}"/>
          </ac:spMkLst>
        </pc:spChg>
      </pc:sldChg>
    </pc:docChg>
  </pc:docChgLst>
  <pc:docChgLst>
    <pc:chgData name="Eder Jonas" userId="fa0059ff-45ff-44a0-8b68-1ddf442034b8" providerId="ADAL" clId="{9587F921-A2D1-453F-B8A5-27274A331EC1}"/>
    <pc:docChg chg="undo redo custSel addSld delSld modSld">
      <pc:chgData name="Eder Jonas" userId="fa0059ff-45ff-44a0-8b68-1ddf442034b8" providerId="ADAL" clId="{9587F921-A2D1-453F-B8A5-27274A331EC1}" dt="2025-04-24T06:15:09.984" v="118" actId="20577"/>
      <pc:docMkLst>
        <pc:docMk/>
      </pc:docMkLst>
      <pc:sldChg chg="modSp mod">
        <pc:chgData name="Eder Jonas" userId="fa0059ff-45ff-44a0-8b68-1ddf442034b8" providerId="ADAL" clId="{9587F921-A2D1-453F-B8A5-27274A331EC1}" dt="2025-04-10T06:50:41.891" v="15" actId="20577"/>
        <pc:sldMkLst>
          <pc:docMk/>
          <pc:sldMk cId="0" sldId="361"/>
        </pc:sldMkLst>
        <pc:spChg chg="mod">
          <ac:chgData name="Eder Jonas" userId="fa0059ff-45ff-44a0-8b68-1ddf442034b8" providerId="ADAL" clId="{9587F921-A2D1-453F-B8A5-27274A331EC1}" dt="2025-04-10T06:50:41.891" v="15" actId="20577"/>
          <ac:spMkLst>
            <pc:docMk/>
            <pc:sldMk cId="0" sldId="361"/>
            <ac:spMk id="4" creationId="{00000000-0000-0000-0000-000000000000}"/>
          </ac:spMkLst>
        </pc:spChg>
      </pc:sldChg>
      <pc:sldChg chg="addSp delSp modSp mod">
        <pc:chgData name="Eder Jonas" userId="fa0059ff-45ff-44a0-8b68-1ddf442034b8" providerId="ADAL" clId="{9587F921-A2D1-453F-B8A5-27274A331EC1}" dt="2025-04-10T07:17:46.452" v="21" actId="21"/>
        <pc:sldMkLst>
          <pc:docMk/>
          <pc:sldMk cId="0" sldId="582"/>
        </pc:sldMkLst>
        <pc:spChg chg="mod">
          <ac:chgData name="Eder Jonas" userId="fa0059ff-45ff-44a0-8b68-1ddf442034b8" providerId="ADAL" clId="{9587F921-A2D1-453F-B8A5-27274A331EC1}" dt="2025-04-10T07:17:34.210" v="19" actId="20577"/>
          <ac:spMkLst>
            <pc:docMk/>
            <pc:sldMk cId="0" sldId="582"/>
            <ac:spMk id="3" creationId="{00000000-0000-0000-0000-000000000000}"/>
          </ac:spMkLst>
        </pc:spChg>
        <pc:graphicFrameChg chg="add del">
          <ac:chgData name="Eder Jonas" userId="fa0059ff-45ff-44a0-8b68-1ddf442034b8" providerId="ADAL" clId="{9587F921-A2D1-453F-B8A5-27274A331EC1}" dt="2025-04-10T07:17:46.452" v="21" actId="21"/>
          <ac:graphicFrameMkLst>
            <pc:docMk/>
            <pc:sldMk cId="0" sldId="582"/>
            <ac:graphicFrameMk id="4" creationId="{00000000-0000-0000-0000-000000000000}"/>
          </ac:graphicFrameMkLst>
        </pc:graphicFrameChg>
      </pc:sldChg>
      <pc:sldChg chg="modSp mod">
        <pc:chgData name="Eder Jonas" userId="fa0059ff-45ff-44a0-8b68-1ddf442034b8" providerId="ADAL" clId="{9587F921-A2D1-453F-B8A5-27274A331EC1}" dt="2025-04-24T06:15:09.984" v="118" actId="20577"/>
        <pc:sldMkLst>
          <pc:docMk/>
          <pc:sldMk cId="2046662241" sldId="585"/>
        </pc:sldMkLst>
        <pc:spChg chg="mod">
          <ac:chgData name="Eder Jonas" userId="fa0059ff-45ff-44a0-8b68-1ddf442034b8" providerId="ADAL" clId="{9587F921-A2D1-453F-B8A5-27274A331EC1}" dt="2025-04-24T06:15:09.984" v="118" actId="20577"/>
          <ac:spMkLst>
            <pc:docMk/>
            <pc:sldMk cId="2046662241" sldId="585"/>
            <ac:spMk id="3" creationId="{9FAA49B0-7914-7593-24F5-A9D7BD6DE9EF}"/>
          </ac:spMkLst>
        </pc:spChg>
      </pc:sldChg>
      <pc:sldChg chg="modSp new del mod">
        <pc:chgData name="Eder Jonas" userId="fa0059ff-45ff-44a0-8b68-1ddf442034b8" providerId="ADAL" clId="{9587F921-A2D1-453F-B8A5-27274A331EC1}" dt="2025-04-24T06:10:41.449" v="65" actId="2696"/>
        <pc:sldMkLst>
          <pc:docMk/>
          <pc:sldMk cId="3732566690" sldId="587"/>
        </pc:sldMkLst>
        <pc:spChg chg="mod">
          <ac:chgData name="Eder Jonas" userId="fa0059ff-45ff-44a0-8b68-1ddf442034b8" providerId="ADAL" clId="{9587F921-A2D1-453F-B8A5-27274A331EC1}" dt="2025-04-24T06:10:32.269" v="64" actId="20577"/>
          <ac:spMkLst>
            <pc:docMk/>
            <pc:sldMk cId="3732566690" sldId="587"/>
            <ac:spMk id="2" creationId="{C133CF48-008B-D8D1-BFC6-2619951FDFF9}"/>
          </ac:spMkLst>
        </pc:spChg>
      </pc:sldChg>
    </pc:docChg>
  </pc:docChgLst>
  <pc:docChgLst>
    <pc:chgData name="Eder Jonas" userId="fa0059ff-45ff-44a0-8b68-1ddf442034b8" providerId="ADAL" clId="{9324234C-2BB1-4587-9708-87AE894F543A}"/>
    <pc:docChg chg="undo custSel modSld">
      <pc:chgData name="Eder Jonas" userId="fa0059ff-45ff-44a0-8b68-1ddf442034b8" providerId="ADAL" clId="{9324234C-2BB1-4587-9708-87AE894F543A}" dt="2025-03-13T07:25:17.911" v="251" actId="20577"/>
      <pc:docMkLst>
        <pc:docMk/>
      </pc:docMkLst>
      <pc:sldChg chg="modSp">
        <pc:chgData name="Eder Jonas" userId="fa0059ff-45ff-44a0-8b68-1ddf442034b8" providerId="ADAL" clId="{9324234C-2BB1-4587-9708-87AE894F543A}" dt="2025-03-13T07:23:27.147" v="207" actId="20577"/>
        <pc:sldMkLst>
          <pc:docMk/>
          <pc:sldMk cId="0" sldId="367"/>
        </pc:sldMkLst>
        <pc:graphicFrameChg chg="mod">
          <ac:chgData name="Eder Jonas" userId="fa0059ff-45ff-44a0-8b68-1ddf442034b8" providerId="ADAL" clId="{9324234C-2BB1-4587-9708-87AE894F543A}" dt="2025-03-13T07:23:27.147" v="207" actId="20577"/>
          <ac:graphicFrameMkLst>
            <pc:docMk/>
            <pc:sldMk cId="0" sldId="367"/>
            <ac:graphicFrameMk id="12" creationId="{E0ECFA66-2631-DA02-3211-09773E9AF8B3}"/>
          </ac:graphicFrameMkLst>
        </pc:graphicFrameChg>
      </pc:sldChg>
      <pc:sldChg chg="addSp delSp modSp mod">
        <pc:chgData name="Eder Jonas" userId="fa0059ff-45ff-44a0-8b68-1ddf442034b8" providerId="ADAL" clId="{9324234C-2BB1-4587-9708-87AE894F543A}" dt="2025-03-13T07:18:22.201" v="158" actId="27918"/>
        <pc:sldMkLst>
          <pc:docMk/>
          <pc:sldMk cId="0" sldId="570"/>
        </pc:sldMkLst>
        <pc:spChg chg="mod">
          <ac:chgData name="Eder Jonas" userId="fa0059ff-45ff-44a0-8b68-1ddf442034b8" providerId="ADAL" clId="{9324234C-2BB1-4587-9708-87AE894F543A}" dt="2025-03-13T07:18:13.660" v="157" actId="20577"/>
          <ac:spMkLst>
            <pc:docMk/>
            <pc:sldMk cId="0" sldId="570"/>
            <ac:spMk id="5" creationId="{00000000-0000-0000-0000-000000000000}"/>
          </ac:spMkLst>
        </pc:spChg>
        <pc:graphicFrameChg chg="add mod">
          <ac:chgData name="Eder Jonas" userId="fa0059ff-45ff-44a0-8b68-1ddf442034b8" providerId="ADAL" clId="{9324234C-2BB1-4587-9708-87AE894F543A}" dt="2025-03-13T07:17:55.017" v="148" actId="1076"/>
          <ac:graphicFrameMkLst>
            <pc:docMk/>
            <pc:sldMk cId="0" sldId="570"/>
            <ac:graphicFrameMk id="3" creationId="{B2AF9E64-547F-ACC7-F033-8065BA025A46}"/>
          </ac:graphicFrameMkLst>
        </pc:graphicFrameChg>
      </pc:sldChg>
      <pc:sldChg chg="addSp modSp mod">
        <pc:chgData name="Eder Jonas" userId="fa0059ff-45ff-44a0-8b68-1ddf442034b8" providerId="ADAL" clId="{9324234C-2BB1-4587-9708-87AE894F543A}" dt="2025-03-13T06:57:52.708" v="85" actId="13926"/>
        <pc:sldMkLst>
          <pc:docMk/>
          <pc:sldMk cId="0" sldId="582"/>
        </pc:sldMkLst>
        <pc:graphicFrameChg chg="mod modGraphic">
          <ac:chgData name="Eder Jonas" userId="fa0059ff-45ff-44a0-8b68-1ddf442034b8" providerId="ADAL" clId="{9324234C-2BB1-4587-9708-87AE894F543A}" dt="2025-03-13T06:57:52.708" v="85" actId="13926"/>
          <ac:graphicFrameMkLst>
            <pc:docMk/>
            <pc:sldMk cId="0" sldId="582"/>
            <ac:graphicFrameMk id="4" creationId="{00000000-0000-0000-0000-000000000000}"/>
          </ac:graphicFrameMkLst>
        </pc:graphicFrameChg>
      </pc:sldChg>
      <pc:sldChg chg="modSp">
        <pc:chgData name="Eder Jonas" userId="fa0059ff-45ff-44a0-8b68-1ddf442034b8" providerId="ADAL" clId="{9324234C-2BB1-4587-9708-87AE894F543A}" dt="2025-03-13T07:25:17.911" v="251" actId="20577"/>
        <pc:sldMkLst>
          <pc:docMk/>
          <pc:sldMk cId="0" sldId="583"/>
        </pc:sldMkLst>
        <pc:graphicFrameChg chg="mod">
          <ac:chgData name="Eder Jonas" userId="fa0059ff-45ff-44a0-8b68-1ddf442034b8" providerId="ADAL" clId="{9324234C-2BB1-4587-9708-87AE894F543A}" dt="2025-03-13T07:25:17.911" v="251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Eder Jonas" userId="fa0059ff-45ff-44a0-8b68-1ddf442034b8" providerId="ADAL" clId="{9324234C-2BB1-4587-9708-87AE894F543A}" dt="2025-03-13T06:50:34.925" v="47" actId="20577"/>
        <pc:sldMkLst>
          <pc:docMk/>
          <pc:sldMk cId="2046662241" sldId="585"/>
        </pc:sldMkLst>
        <pc:spChg chg="mod">
          <ac:chgData name="Eder Jonas" userId="fa0059ff-45ff-44a0-8b68-1ddf442034b8" providerId="ADAL" clId="{9324234C-2BB1-4587-9708-87AE894F543A}" dt="2025-03-13T06:50:34.925" v="47" actId="20577"/>
          <ac:spMkLst>
            <pc:docMk/>
            <pc:sldMk cId="2046662241" sldId="585"/>
            <ac:spMk id="3" creationId="{9FAA49B0-7914-7593-24F5-A9D7BD6DE9EF}"/>
          </ac:spMkLst>
        </pc:spChg>
      </pc:sldChg>
    </pc:docChg>
  </pc:docChgLst>
  <pc:docChgLst>
    <pc:chgData name="Ellmauthaler Philip" userId="S::philip.ellmauthaler@htl-saalfelden.at::5c6b7476-517f-484b-8d40-f259dc601a75" providerId="AD" clId="Web-{AC2DEA68-269A-4F1E-985A-4B57C14E1152}"/>
    <pc:docChg chg="modSld">
      <pc:chgData name="Ellmauthaler Philip" userId="S::philip.ellmauthaler@htl-saalfelden.at::5c6b7476-517f-484b-8d40-f259dc601a75" providerId="AD" clId="Web-{AC2DEA68-269A-4F1E-985A-4B57C14E1152}" dt="2025-04-10T07:10:24.570" v="62" actId="20577"/>
      <pc:docMkLst>
        <pc:docMk/>
      </pc:docMkLst>
      <pc:sldChg chg="modSp">
        <pc:chgData name="Ellmauthaler Philip" userId="S::philip.ellmauthaler@htl-saalfelden.at::5c6b7476-517f-484b-8d40-f259dc601a75" providerId="AD" clId="Web-{AC2DEA68-269A-4F1E-985A-4B57C14E1152}" dt="2025-04-10T07:07:51.753" v="1" actId="20577"/>
        <pc:sldMkLst>
          <pc:docMk/>
          <pc:sldMk cId="0" sldId="361"/>
        </pc:sldMkLst>
        <pc:spChg chg="mod">
          <ac:chgData name="Ellmauthaler Philip" userId="S::philip.ellmauthaler@htl-saalfelden.at::5c6b7476-517f-484b-8d40-f259dc601a75" providerId="AD" clId="Web-{AC2DEA68-269A-4F1E-985A-4B57C14E1152}" dt="2025-04-10T07:07:51.753" v="1" actId="20577"/>
          <ac:spMkLst>
            <pc:docMk/>
            <pc:sldMk cId="0" sldId="361"/>
            <ac:spMk id="4" creationId="{00000000-0000-0000-0000-000000000000}"/>
          </ac:spMkLst>
        </pc:spChg>
      </pc:sldChg>
      <pc:sldChg chg="modSp">
        <pc:chgData name="Ellmauthaler Philip" userId="S::philip.ellmauthaler@htl-saalfelden.at::5c6b7476-517f-484b-8d40-f259dc601a75" providerId="AD" clId="Web-{AC2DEA68-269A-4F1E-985A-4B57C14E1152}" dt="2025-04-10T07:08:41.239" v="33"/>
        <pc:sldMkLst>
          <pc:docMk/>
          <pc:sldMk cId="0" sldId="582"/>
        </pc:sldMkLst>
        <pc:graphicFrameChg chg="mod modGraphic">
          <ac:chgData name="Ellmauthaler Philip" userId="S::philip.ellmauthaler@htl-saalfelden.at::5c6b7476-517f-484b-8d40-f259dc601a75" providerId="AD" clId="Web-{AC2DEA68-269A-4F1E-985A-4B57C14E1152}" dt="2025-04-10T07:08:41.239" v="33"/>
          <ac:graphicFrameMkLst>
            <pc:docMk/>
            <pc:sldMk cId="0" sldId="582"/>
            <ac:graphicFrameMk id="4" creationId="{00000000-0000-0000-0000-000000000000}"/>
          </ac:graphicFrameMkLst>
        </pc:graphicFrameChg>
      </pc:sldChg>
      <pc:sldChg chg="modSp">
        <pc:chgData name="Ellmauthaler Philip" userId="S::philip.ellmauthaler@htl-saalfelden.at::5c6b7476-517f-484b-8d40-f259dc601a75" providerId="AD" clId="Web-{AC2DEA68-269A-4F1E-985A-4B57C14E1152}" dt="2025-04-10T07:10:24.570" v="62" actId="20577"/>
        <pc:sldMkLst>
          <pc:docMk/>
          <pc:sldMk cId="0" sldId="583"/>
        </pc:sldMkLst>
        <pc:graphicFrameChg chg="modGraphic">
          <ac:chgData name="Ellmauthaler Philip" userId="S::philip.ellmauthaler@htl-saalfelden.at::5c6b7476-517f-484b-8d40-f259dc601a75" providerId="AD" clId="Web-{AC2DEA68-269A-4F1E-985A-4B57C14E1152}" dt="2025-04-10T07:10:24.570" v="62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htlsaalfelden322-my.sharepoint.com/personal/philip_ellmauthaler_htl-saalfelden_at/Documents/Microsoft%20Teams-Chatdateien/Tabelle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htlsaalfelden322-my.sharepoint.com/personal/philip_ellmauthaler_htl-saalfelden_at/Documents/Microsoft%20Teams-Chatdateien/Tabelle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Sprint Burn-Down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1920603674540682"/>
          <c:y val="0.17585700377474509"/>
          <c:w val="0.84746062992125981"/>
          <c:h val="0.64949356926913415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Tabelle1!$B$11</c:f>
              <c:strCache>
                <c:ptCount val="1"/>
                <c:pt idx="0">
                  <c:v>Ideal Work Remaining</c:v>
                </c:pt>
              </c:strCache>
            </c:strRef>
          </c:tx>
          <c:spPr>
            <a:ln w="22225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Tabelle1!$A$12:$A$18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Tabelle1!$B$12:$B$18</c:f>
              <c:numCache>
                <c:formatCode>General</c:formatCode>
                <c:ptCount val="4"/>
                <c:pt idx="0">
                  <c:v>70</c:v>
                </c:pt>
                <c:pt idx="1">
                  <c:v>50</c:v>
                </c:pt>
                <c:pt idx="2">
                  <c:v>30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95-4959-89A4-AED65CBB9FDE}"/>
            </c:ext>
          </c:extLst>
        </c:ser>
        <c:ser>
          <c:idx val="1"/>
          <c:order val="1"/>
          <c:tx>
            <c:strRef>
              <c:f>Tabelle1!$C$11</c:f>
              <c:strCache>
                <c:ptCount val="1"/>
                <c:pt idx="0">
                  <c:v>Actual Work Remaining</c:v>
                </c:pt>
              </c:strCache>
            </c:strRef>
          </c:tx>
          <c:spPr>
            <a:ln w="22225" cap="rnd">
              <a:solidFill>
                <a:schemeClr val="tx2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tx2">
                  <a:lumMod val="75000"/>
                  <a:lumOff val="25000"/>
                </a:schemeClr>
              </a:solidFill>
              <a:ln w="9525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Tabelle1!$A$12:$A$18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Tabelle1!$C$12:$C$18</c:f>
              <c:numCache>
                <c:formatCode>General</c:formatCode>
                <c:ptCount val="4"/>
                <c:pt idx="0">
                  <c:v>70</c:v>
                </c:pt>
                <c:pt idx="1">
                  <c:v>45</c:v>
                </c:pt>
                <c:pt idx="2">
                  <c:v>30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795-4959-89A4-AED65CBB9FD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73446176"/>
        <c:axId val="373444736"/>
      </c:lineChart>
      <c:catAx>
        <c:axId val="3734461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Days in the Sprint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73444736"/>
        <c:crosses val="autoZero"/>
        <c:auto val="1"/>
        <c:lblAlgn val="ctr"/>
        <c:lblOffset val="100"/>
        <c:noMultiLvlLbl val="0"/>
      </c:catAx>
      <c:valAx>
        <c:axId val="373444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Storypoints in Backlog</a:t>
                </a:r>
              </a:p>
            </c:rich>
          </c:tx>
          <c:layout>
            <c:manualLayout>
              <c:xMode val="edge"/>
              <c:yMode val="edge"/>
              <c:x val="2.7777777777777776E-2"/>
              <c:y val="0.3561388286334056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73446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Sprint Velocity</a:t>
            </a:r>
          </a:p>
        </c:rich>
      </c:tx>
      <c:layout>
        <c:manualLayout>
          <c:xMode val="edge"/>
          <c:yMode val="edge"/>
          <c:x val="0.36379431934399686"/>
          <c:y val="5.09258265114564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cap="all" spc="120" normalizeH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2387434069210251"/>
          <c:y val="0.14876858405085658"/>
          <c:w val="0.87594903522820455"/>
          <c:h val="0.721258019830854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Tabelle1!$A$22</c:f>
              <c:strCache>
                <c:ptCount val="1"/>
                <c:pt idx="0">
                  <c:v>Spalte1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Tabelle1!$A$23:$A$25</c:f>
              <c:numCache>
                <c:formatCode>General</c:formatCode>
                <c:ptCount val="3"/>
                <c:pt idx="0">
                  <c:v>61</c:v>
                </c:pt>
                <c:pt idx="1">
                  <c:v>60</c:v>
                </c:pt>
                <c:pt idx="2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47-49B1-88B1-C449E383F8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0161728"/>
        <c:axId val="360157888"/>
      </c:barChart>
      <c:catAx>
        <c:axId val="3601617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Sprint</a:t>
                </a:r>
              </a:p>
            </c:rich>
          </c:tx>
          <c:layout>
            <c:manualLayout>
              <c:xMode val="edge"/>
              <c:yMode val="edge"/>
              <c:x val="0.5228025942885306"/>
              <c:y val="0.9363488413520820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60157888"/>
        <c:crosses val="autoZero"/>
        <c:auto val="1"/>
        <c:lblAlgn val="ctr"/>
        <c:lblOffset val="100"/>
        <c:noMultiLvlLbl val="0"/>
      </c:catAx>
      <c:valAx>
        <c:axId val="36015788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Story Points</a:t>
                </a:r>
              </a:p>
            </c:rich>
          </c:tx>
          <c:layout>
            <c:manualLayout>
              <c:xMode val="edge"/>
              <c:yMode val="edge"/>
              <c:x val="1.8111841772063007E-2"/>
              <c:y val="0.4030967848083578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60161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7C6A23-C0DB-4FFF-8DD6-233C8C15DC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797186-7E73-49F4-A4B8-5AC4CDC6E116}">
      <dgm:prSet/>
      <dgm:spPr/>
      <dgm:t>
        <a:bodyPr/>
        <a:lstStyle/>
        <a:p>
          <a:r>
            <a:rPr lang="de-DE"/>
            <a:t>Einrichten einer Datenbank, um alle relevanten Informationen wie Routen, Sensordaten und Einstellungen effizient zu speichern und abzurufen.</a:t>
          </a:r>
          <a:endParaRPr lang="en-US"/>
        </a:p>
      </dgm:t>
    </dgm:pt>
    <dgm:pt modelId="{FDA85400-2563-45E2-A8EF-EA62C03416AC}" type="parTrans" cxnId="{D0BFD63C-56AC-44E3-B5DE-D20F9A4CDE7A}">
      <dgm:prSet/>
      <dgm:spPr/>
      <dgm:t>
        <a:bodyPr/>
        <a:lstStyle/>
        <a:p>
          <a:endParaRPr lang="en-US"/>
        </a:p>
      </dgm:t>
    </dgm:pt>
    <dgm:pt modelId="{505B5CD5-D9D6-440D-A8A0-593DFC7689A3}" type="sibTrans" cxnId="{D0BFD63C-56AC-44E3-B5DE-D20F9A4CDE7A}">
      <dgm:prSet/>
      <dgm:spPr/>
      <dgm:t>
        <a:bodyPr/>
        <a:lstStyle/>
        <a:p>
          <a:endParaRPr lang="en-US"/>
        </a:p>
      </dgm:t>
    </dgm:pt>
    <dgm:pt modelId="{4CDEF118-2E98-4C06-8841-E9ADF94FE545}">
      <dgm:prSet/>
      <dgm:spPr/>
      <dgm:t>
        <a:bodyPr/>
        <a:lstStyle/>
        <a:p>
          <a:r>
            <a:rPr lang="de-DE"/>
            <a:t>Das erneute abrufen von gefahrenen Routen zu einem späteren Zeitpunkt.</a:t>
          </a:r>
          <a:endParaRPr lang="en-US"/>
        </a:p>
      </dgm:t>
    </dgm:pt>
    <dgm:pt modelId="{9D2FD1A0-94D7-476A-B402-499EEFB716C8}" type="parTrans" cxnId="{9E275224-4BAA-4673-A989-5588328517EC}">
      <dgm:prSet/>
      <dgm:spPr/>
      <dgm:t>
        <a:bodyPr/>
        <a:lstStyle/>
        <a:p>
          <a:endParaRPr lang="en-US"/>
        </a:p>
      </dgm:t>
    </dgm:pt>
    <dgm:pt modelId="{5C5BC8C5-948C-44FD-B956-47BCC701B3EE}" type="sibTrans" cxnId="{9E275224-4BAA-4673-A989-5588328517EC}">
      <dgm:prSet/>
      <dgm:spPr/>
      <dgm:t>
        <a:bodyPr/>
        <a:lstStyle/>
        <a:p>
          <a:endParaRPr lang="en-US"/>
        </a:p>
      </dgm:t>
    </dgm:pt>
    <dgm:pt modelId="{8C4C400C-7E71-4F2C-9169-695FDE61D222}">
      <dgm:prSet/>
      <dgm:spPr/>
      <dgm:t>
        <a:bodyPr/>
        <a:lstStyle/>
        <a:p>
          <a:r>
            <a:rPr lang="en-US" err="1"/>
            <a:t>Sensordaten</a:t>
          </a:r>
          <a:r>
            <a:rPr lang="en-US"/>
            <a:t> </a:t>
          </a:r>
          <a:r>
            <a:rPr lang="en-US" err="1"/>
            <a:t>auslesen</a:t>
          </a:r>
          <a:r>
            <a:rPr lang="en-US"/>
            <a:t> und </a:t>
          </a:r>
          <a:r>
            <a:rPr lang="en-US" err="1"/>
            <a:t>über</a:t>
          </a:r>
          <a:r>
            <a:rPr lang="en-US"/>
            <a:t> API </a:t>
          </a:r>
          <a:r>
            <a:rPr lang="en-US" err="1"/>
            <a:t>übergeben</a:t>
          </a:r>
          <a:endParaRPr lang="en-US"/>
        </a:p>
      </dgm:t>
    </dgm:pt>
    <dgm:pt modelId="{6F14F82D-5626-4987-BBD2-3C899D08D4BA}" type="parTrans" cxnId="{30100B2D-6262-4D33-BD05-152003882223}">
      <dgm:prSet/>
      <dgm:spPr/>
      <dgm:t>
        <a:bodyPr/>
        <a:lstStyle/>
        <a:p>
          <a:endParaRPr lang="de-AT"/>
        </a:p>
      </dgm:t>
    </dgm:pt>
    <dgm:pt modelId="{8F1EE55C-F8A8-4115-8CDC-2670C9ECAE1C}" type="sibTrans" cxnId="{30100B2D-6262-4D33-BD05-152003882223}">
      <dgm:prSet/>
      <dgm:spPr/>
      <dgm:t>
        <a:bodyPr/>
        <a:lstStyle/>
        <a:p>
          <a:endParaRPr lang="de-AT"/>
        </a:p>
      </dgm:t>
    </dgm:pt>
    <dgm:pt modelId="{B86306FE-64EC-48EF-9EC0-B42F39B5FDBF}">
      <dgm:prSet/>
      <dgm:spPr/>
      <dgm:t>
        <a:bodyPr/>
        <a:lstStyle/>
        <a:p>
          <a:r>
            <a:rPr lang="en-US" err="1"/>
            <a:t>Vorbereitungen</a:t>
          </a:r>
          <a:r>
            <a:rPr lang="en-US"/>
            <a:t> von </a:t>
          </a:r>
          <a:r>
            <a:rPr lang="en-US" err="1"/>
            <a:t>Kartografie</a:t>
          </a:r>
          <a:r>
            <a:rPr lang="en-US"/>
            <a:t> für Sprint 4</a:t>
          </a:r>
        </a:p>
      </dgm:t>
    </dgm:pt>
    <dgm:pt modelId="{3A1206EB-CA1F-4106-ABFF-9EAAF03E8A60}" type="parTrans" cxnId="{6C03A287-8AEA-429C-8CAA-CF40078E32D8}">
      <dgm:prSet/>
      <dgm:spPr/>
      <dgm:t>
        <a:bodyPr/>
        <a:lstStyle/>
        <a:p>
          <a:endParaRPr lang="de-AT"/>
        </a:p>
      </dgm:t>
    </dgm:pt>
    <dgm:pt modelId="{82967CA6-C094-4384-A548-F7E187E9E997}" type="sibTrans" cxnId="{6C03A287-8AEA-429C-8CAA-CF40078E32D8}">
      <dgm:prSet/>
      <dgm:spPr/>
      <dgm:t>
        <a:bodyPr/>
        <a:lstStyle/>
        <a:p>
          <a:endParaRPr lang="de-AT"/>
        </a:p>
      </dgm:t>
    </dgm:pt>
    <dgm:pt modelId="{7A1EB467-E5D2-4AA9-ABCF-90EFCCAFBB51}" type="pres">
      <dgm:prSet presAssocID="{BB7C6A23-C0DB-4FFF-8DD6-233C8C15DC79}" presName="linear" presStyleCnt="0">
        <dgm:presLayoutVars>
          <dgm:animLvl val="lvl"/>
          <dgm:resizeHandles val="exact"/>
        </dgm:presLayoutVars>
      </dgm:prSet>
      <dgm:spPr/>
    </dgm:pt>
    <dgm:pt modelId="{2942ED41-48CB-4A43-80F4-94667A67B4D5}" type="pres">
      <dgm:prSet presAssocID="{0A797186-7E73-49F4-A4B8-5AC4CDC6E11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F8E6F31-AE61-4763-A9AA-DFEDC7170DD8}" type="pres">
      <dgm:prSet presAssocID="{505B5CD5-D9D6-440D-A8A0-593DFC7689A3}" presName="spacer" presStyleCnt="0"/>
      <dgm:spPr/>
    </dgm:pt>
    <dgm:pt modelId="{6E88EC39-FC2F-40DF-B771-7A4851DDF840}" type="pres">
      <dgm:prSet presAssocID="{4CDEF118-2E98-4C06-8841-E9ADF94FE54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877C79E-3FB1-4BAB-B6C9-96EDEF93F5EB}" type="pres">
      <dgm:prSet presAssocID="{5C5BC8C5-948C-44FD-B956-47BCC701B3EE}" presName="spacer" presStyleCnt="0"/>
      <dgm:spPr/>
    </dgm:pt>
    <dgm:pt modelId="{3792B7E3-13C6-414F-AA5D-0821C28100F1}" type="pres">
      <dgm:prSet presAssocID="{8C4C400C-7E71-4F2C-9169-695FDE61D22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B64B730-1A9C-49D9-B70F-F1849011ED5E}" type="pres">
      <dgm:prSet presAssocID="{8F1EE55C-F8A8-4115-8CDC-2670C9ECAE1C}" presName="spacer" presStyleCnt="0"/>
      <dgm:spPr/>
    </dgm:pt>
    <dgm:pt modelId="{F26C3B39-169B-4D11-A923-DC4345FA84DC}" type="pres">
      <dgm:prSet presAssocID="{B86306FE-64EC-48EF-9EC0-B42F39B5FDB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AD6E802-9907-49D6-B99A-2BA4E7100CA7}" type="presOf" srcId="{0A797186-7E73-49F4-A4B8-5AC4CDC6E116}" destId="{2942ED41-48CB-4A43-80F4-94667A67B4D5}" srcOrd="0" destOrd="0" presId="urn:microsoft.com/office/officeart/2005/8/layout/vList2"/>
    <dgm:cxn modelId="{76923003-EB5B-4441-98B2-92CD4894E6E2}" type="presOf" srcId="{BB7C6A23-C0DB-4FFF-8DD6-233C8C15DC79}" destId="{7A1EB467-E5D2-4AA9-ABCF-90EFCCAFBB51}" srcOrd="0" destOrd="0" presId="urn:microsoft.com/office/officeart/2005/8/layout/vList2"/>
    <dgm:cxn modelId="{9E275224-4BAA-4673-A989-5588328517EC}" srcId="{BB7C6A23-C0DB-4FFF-8DD6-233C8C15DC79}" destId="{4CDEF118-2E98-4C06-8841-E9ADF94FE545}" srcOrd="1" destOrd="0" parTransId="{9D2FD1A0-94D7-476A-B402-499EEFB716C8}" sibTransId="{5C5BC8C5-948C-44FD-B956-47BCC701B3EE}"/>
    <dgm:cxn modelId="{30100B2D-6262-4D33-BD05-152003882223}" srcId="{BB7C6A23-C0DB-4FFF-8DD6-233C8C15DC79}" destId="{8C4C400C-7E71-4F2C-9169-695FDE61D222}" srcOrd="2" destOrd="0" parTransId="{6F14F82D-5626-4987-BBD2-3C899D08D4BA}" sibTransId="{8F1EE55C-F8A8-4115-8CDC-2670C9ECAE1C}"/>
    <dgm:cxn modelId="{D0BFD63C-56AC-44E3-B5DE-D20F9A4CDE7A}" srcId="{BB7C6A23-C0DB-4FFF-8DD6-233C8C15DC79}" destId="{0A797186-7E73-49F4-A4B8-5AC4CDC6E116}" srcOrd="0" destOrd="0" parTransId="{FDA85400-2563-45E2-A8EF-EA62C03416AC}" sibTransId="{505B5CD5-D9D6-440D-A8A0-593DFC7689A3}"/>
    <dgm:cxn modelId="{58CB9C76-10F1-4CE7-ACB7-DACA53EF03BC}" type="presOf" srcId="{4CDEF118-2E98-4C06-8841-E9ADF94FE545}" destId="{6E88EC39-FC2F-40DF-B771-7A4851DDF840}" srcOrd="0" destOrd="0" presId="urn:microsoft.com/office/officeart/2005/8/layout/vList2"/>
    <dgm:cxn modelId="{1D769D79-1A3B-49C5-BBB9-6E567D502B02}" type="presOf" srcId="{B86306FE-64EC-48EF-9EC0-B42F39B5FDBF}" destId="{F26C3B39-169B-4D11-A923-DC4345FA84DC}" srcOrd="0" destOrd="0" presId="urn:microsoft.com/office/officeart/2005/8/layout/vList2"/>
    <dgm:cxn modelId="{6C03A287-8AEA-429C-8CAA-CF40078E32D8}" srcId="{BB7C6A23-C0DB-4FFF-8DD6-233C8C15DC79}" destId="{B86306FE-64EC-48EF-9EC0-B42F39B5FDBF}" srcOrd="3" destOrd="0" parTransId="{3A1206EB-CA1F-4106-ABFF-9EAAF03E8A60}" sibTransId="{82967CA6-C094-4384-A548-F7E187E9E997}"/>
    <dgm:cxn modelId="{5DFB90CC-670E-43C0-9E95-EBBFE3C6BAF9}" type="presOf" srcId="{8C4C400C-7E71-4F2C-9169-695FDE61D222}" destId="{3792B7E3-13C6-414F-AA5D-0821C28100F1}" srcOrd="0" destOrd="0" presId="urn:microsoft.com/office/officeart/2005/8/layout/vList2"/>
    <dgm:cxn modelId="{CA2AF283-55FC-4756-9116-EBE5FEA33DA4}" type="presParOf" srcId="{7A1EB467-E5D2-4AA9-ABCF-90EFCCAFBB51}" destId="{2942ED41-48CB-4A43-80F4-94667A67B4D5}" srcOrd="0" destOrd="0" presId="urn:microsoft.com/office/officeart/2005/8/layout/vList2"/>
    <dgm:cxn modelId="{BDEB1D55-FDF0-4322-A278-6D037E1427DF}" type="presParOf" srcId="{7A1EB467-E5D2-4AA9-ABCF-90EFCCAFBB51}" destId="{3F8E6F31-AE61-4763-A9AA-DFEDC7170DD8}" srcOrd="1" destOrd="0" presId="urn:microsoft.com/office/officeart/2005/8/layout/vList2"/>
    <dgm:cxn modelId="{A4F2385D-F84D-4568-BA02-93E640EAF105}" type="presParOf" srcId="{7A1EB467-E5D2-4AA9-ABCF-90EFCCAFBB51}" destId="{6E88EC39-FC2F-40DF-B771-7A4851DDF840}" srcOrd="2" destOrd="0" presId="urn:microsoft.com/office/officeart/2005/8/layout/vList2"/>
    <dgm:cxn modelId="{5495A410-0DB3-42DD-B413-523546B848A2}" type="presParOf" srcId="{7A1EB467-E5D2-4AA9-ABCF-90EFCCAFBB51}" destId="{F877C79E-3FB1-4BAB-B6C9-96EDEF93F5EB}" srcOrd="3" destOrd="0" presId="urn:microsoft.com/office/officeart/2005/8/layout/vList2"/>
    <dgm:cxn modelId="{0222C871-9AC9-449F-AAD6-A3ABB96F4CC6}" type="presParOf" srcId="{7A1EB467-E5D2-4AA9-ABCF-90EFCCAFBB51}" destId="{3792B7E3-13C6-414F-AA5D-0821C28100F1}" srcOrd="4" destOrd="0" presId="urn:microsoft.com/office/officeart/2005/8/layout/vList2"/>
    <dgm:cxn modelId="{D7C15971-3FF7-44BF-BE1C-0956C3661D3A}" type="presParOf" srcId="{7A1EB467-E5D2-4AA9-ABCF-90EFCCAFBB51}" destId="{EB64B730-1A9C-49D9-B70F-F1849011ED5E}" srcOrd="5" destOrd="0" presId="urn:microsoft.com/office/officeart/2005/8/layout/vList2"/>
    <dgm:cxn modelId="{E3B645F6-ACB4-47F8-BBF7-7C3FB14A0C1F}" type="presParOf" srcId="{7A1EB467-E5D2-4AA9-ABCF-90EFCCAFBB51}" destId="{F26C3B39-169B-4D11-A923-DC4345FA84D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2E0E8F-0AB2-46F7-8FBC-35E315641B66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E1C5CFB-05FB-47E2-94C5-885EF49E277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>
              <a:latin typeface="+mn-lt"/>
            </a:rPr>
            <a:t>Jonas:</a:t>
          </a:r>
          <a:endParaRPr lang="en-US" sz="1800">
            <a:latin typeface="+mn-lt"/>
          </a:endParaRPr>
        </a:p>
      </dgm:t>
    </dgm:pt>
    <dgm:pt modelId="{0001762E-948A-4D33-B8C0-B0469925A1A9}" type="parTrans" cxnId="{36A11F0F-8E07-443C-9D7E-4B0D212CA221}">
      <dgm:prSet/>
      <dgm:spPr/>
      <dgm:t>
        <a:bodyPr/>
        <a:lstStyle/>
        <a:p>
          <a:endParaRPr lang="en-US"/>
        </a:p>
      </dgm:t>
    </dgm:pt>
    <dgm:pt modelId="{C87918E1-C6A2-4FF0-8465-9BF81A75E2AE}" type="sibTrans" cxnId="{36A11F0F-8E07-443C-9D7E-4B0D212CA221}">
      <dgm:prSet/>
      <dgm:spPr/>
      <dgm:t>
        <a:bodyPr/>
        <a:lstStyle/>
        <a:p>
          <a:endParaRPr lang="en-US"/>
        </a:p>
      </dgm:t>
    </dgm:pt>
    <dgm:pt modelId="{29C6B8EC-1BEC-41BC-8E41-B7B6D0F68DE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Datenbank </a:t>
          </a:r>
        </a:p>
      </dgm:t>
    </dgm:pt>
    <dgm:pt modelId="{A8885009-E7BD-41E6-93CF-B29357862DF3}" type="parTrans" cxnId="{B7EA9F60-9F94-41DE-9E48-BA1A1C385521}">
      <dgm:prSet/>
      <dgm:spPr/>
      <dgm:t>
        <a:bodyPr/>
        <a:lstStyle/>
        <a:p>
          <a:endParaRPr lang="en-US"/>
        </a:p>
      </dgm:t>
    </dgm:pt>
    <dgm:pt modelId="{F20BE8AD-DD2E-49FF-B3A1-6293B0AC9918}" type="sibTrans" cxnId="{B7EA9F60-9F94-41DE-9E48-BA1A1C385521}">
      <dgm:prSet/>
      <dgm:spPr/>
      <dgm:t>
        <a:bodyPr/>
        <a:lstStyle/>
        <a:p>
          <a:endParaRPr lang="en-US"/>
        </a:p>
      </dgm:t>
    </dgm:pt>
    <dgm:pt modelId="{8BD8BDB5-461B-4B57-85EE-74F76467EC9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>
              <a:latin typeface="+mn-lt"/>
            </a:rPr>
            <a:t>Florian:</a:t>
          </a:r>
          <a:endParaRPr lang="en-US" sz="1800">
            <a:latin typeface="+mn-lt"/>
          </a:endParaRPr>
        </a:p>
      </dgm:t>
    </dgm:pt>
    <dgm:pt modelId="{182A7F46-4DE2-49D6-A642-F1AF2BFF4D35}" type="parTrans" cxnId="{CD741222-A02F-4484-BB2F-FB1F31440230}">
      <dgm:prSet/>
      <dgm:spPr/>
      <dgm:t>
        <a:bodyPr/>
        <a:lstStyle/>
        <a:p>
          <a:endParaRPr lang="en-US"/>
        </a:p>
      </dgm:t>
    </dgm:pt>
    <dgm:pt modelId="{7E6AEE83-8BAC-4A5A-8E81-7D730B90C1B1}" type="sibTrans" cxnId="{CD741222-A02F-4484-BB2F-FB1F31440230}">
      <dgm:prSet/>
      <dgm:spPr/>
      <dgm:t>
        <a:bodyPr/>
        <a:lstStyle/>
        <a:p>
          <a:endParaRPr lang="en-US"/>
        </a:p>
      </dgm:t>
    </dgm:pt>
    <dgm:pt modelId="{9F8F3651-59E9-4269-AFE0-09022F2641E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Datenbank</a:t>
          </a:r>
          <a:endParaRPr lang="en-US" sz="1800">
            <a:latin typeface="+mn-lt"/>
          </a:endParaRPr>
        </a:p>
      </dgm:t>
    </dgm:pt>
    <dgm:pt modelId="{52D2C008-9A8D-44CC-ACD5-D4CDD01896AB}" type="parTrans" cxnId="{2E01B06C-8F6F-4E96-9180-B170888BCE51}">
      <dgm:prSet/>
      <dgm:spPr/>
      <dgm:t>
        <a:bodyPr/>
        <a:lstStyle/>
        <a:p>
          <a:endParaRPr lang="en-US"/>
        </a:p>
      </dgm:t>
    </dgm:pt>
    <dgm:pt modelId="{8EAFBE42-4130-4192-85A1-7279B80CF005}" type="sibTrans" cxnId="{2E01B06C-8F6F-4E96-9180-B170888BCE51}">
      <dgm:prSet/>
      <dgm:spPr/>
      <dgm:t>
        <a:bodyPr/>
        <a:lstStyle/>
        <a:p>
          <a:endParaRPr lang="en-US"/>
        </a:p>
      </dgm:t>
    </dgm:pt>
    <dgm:pt modelId="{F7D05F1C-0AF0-45F9-8367-4664BD75FE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Testen</a:t>
          </a:r>
        </a:p>
      </dgm:t>
    </dgm:pt>
    <dgm:pt modelId="{2F89FA8E-5843-4403-B219-A6DC823C1626}" type="parTrans" cxnId="{C9284DAD-0ACB-4F22-8060-FEB29D6FF90B}">
      <dgm:prSet/>
      <dgm:spPr/>
      <dgm:t>
        <a:bodyPr/>
        <a:lstStyle/>
        <a:p>
          <a:endParaRPr lang="en-US"/>
        </a:p>
      </dgm:t>
    </dgm:pt>
    <dgm:pt modelId="{8B7FB8AD-95A4-468E-9602-DA0BA2A5D5D6}" type="sibTrans" cxnId="{C9284DAD-0ACB-4F22-8060-FEB29D6FF90B}">
      <dgm:prSet/>
      <dgm:spPr/>
      <dgm:t>
        <a:bodyPr/>
        <a:lstStyle/>
        <a:p>
          <a:endParaRPr lang="en-US"/>
        </a:p>
      </dgm:t>
    </dgm:pt>
    <dgm:pt modelId="{6656E50A-8245-40D0-8048-FF539F679C4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Sprint Review</a:t>
          </a:r>
        </a:p>
      </dgm:t>
    </dgm:pt>
    <dgm:pt modelId="{97A55B63-379D-4750-A6A3-CED82489C531}" type="parTrans" cxnId="{28FF40B2-DE6A-4064-9880-24F8A3D8088C}">
      <dgm:prSet/>
      <dgm:spPr/>
      <dgm:t>
        <a:bodyPr/>
        <a:lstStyle/>
        <a:p>
          <a:endParaRPr lang="en-US"/>
        </a:p>
      </dgm:t>
    </dgm:pt>
    <dgm:pt modelId="{9DC6CBA7-80D4-43D0-B12B-15CC408EE58E}" type="sibTrans" cxnId="{28FF40B2-DE6A-4064-9880-24F8A3D8088C}">
      <dgm:prSet/>
      <dgm:spPr/>
      <dgm:t>
        <a:bodyPr/>
        <a:lstStyle/>
        <a:p>
          <a:endParaRPr lang="en-US"/>
        </a:p>
      </dgm:t>
    </dgm:pt>
    <dgm:pt modelId="{225B702D-0461-481B-8A21-EF156FA3F4D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>
              <a:latin typeface="+mn-lt"/>
            </a:rPr>
            <a:t>Philip:</a:t>
          </a:r>
          <a:endParaRPr lang="en-US" sz="1800">
            <a:latin typeface="+mn-lt"/>
          </a:endParaRPr>
        </a:p>
      </dgm:t>
    </dgm:pt>
    <dgm:pt modelId="{83100241-5F4E-4066-B00B-F304FCB8EADA}" type="sibTrans" cxnId="{6FDAC93C-A744-4626-ABE2-D59AC937224D}">
      <dgm:prSet/>
      <dgm:spPr/>
      <dgm:t>
        <a:bodyPr/>
        <a:lstStyle/>
        <a:p>
          <a:endParaRPr lang="en-US"/>
        </a:p>
      </dgm:t>
    </dgm:pt>
    <dgm:pt modelId="{74EEC7B8-3818-4013-B09C-1EA091169C2E}" type="parTrans" cxnId="{6FDAC93C-A744-4626-ABE2-D59AC937224D}">
      <dgm:prSet/>
      <dgm:spPr/>
      <dgm:t>
        <a:bodyPr/>
        <a:lstStyle/>
        <a:p>
          <a:endParaRPr lang="en-US"/>
        </a:p>
      </dgm:t>
    </dgm:pt>
    <dgm:pt modelId="{CE5A8C00-F261-4A8B-8E67-F0D81A2439F1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de-DE" sz="1800" b="0">
              <a:latin typeface="+mn-lt"/>
            </a:rPr>
            <a:t>Sensordaten</a:t>
          </a:r>
          <a:endParaRPr lang="de-DE" sz="1800"/>
        </a:p>
      </dgm:t>
    </dgm:pt>
    <dgm:pt modelId="{5261D149-580C-4E49-8CBC-B068B8048B86}" type="parTrans" cxnId="{6293EDA8-3E53-4C4B-8B7E-2DC52FFBC92D}">
      <dgm:prSet/>
      <dgm:spPr/>
      <dgm:t>
        <a:bodyPr/>
        <a:lstStyle/>
        <a:p>
          <a:endParaRPr lang="de-AT"/>
        </a:p>
      </dgm:t>
    </dgm:pt>
    <dgm:pt modelId="{B9A041A4-B5E8-4C47-9766-493BE5CBC5A6}" type="sibTrans" cxnId="{6293EDA8-3E53-4C4B-8B7E-2DC52FFBC92D}">
      <dgm:prSet/>
      <dgm:spPr/>
      <dgm:t>
        <a:bodyPr/>
        <a:lstStyle/>
        <a:p>
          <a:endParaRPr lang="de-AT"/>
        </a:p>
      </dgm:t>
    </dgm:pt>
    <dgm:pt modelId="{BF38B317-3657-4067-8EE0-BD2019C58409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Erstellung der Datenbank</a:t>
          </a:r>
        </a:p>
      </dgm:t>
    </dgm:pt>
    <dgm:pt modelId="{244B5407-7E20-4BF9-A369-AA5D05812288}" type="parTrans" cxnId="{A837BCD9-A749-4BF3-A686-69654313E947}">
      <dgm:prSet/>
      <dgm:spPr/>
      <dgm:t>
        <a:bodyPr/>
        <a:lstStyle/>
        <a:p>
          <a:endParaRPr lang="de-AT"/>
        </a:p>
      </dgm:t>
    </dgm:pt>
    <dgm:pt modelId="{409B25E8-3EA3-4260-9F40-18772C3EE2F6}" type="sibTrans" cxnId="{A837BCD9-A749-4BF3-A686-69654313E947}">
      <dgm:prSet/>
      <dgm:spPr/>
      <dgm:t>
        <a:bodyPr/>
        <a:lstStyle/>
        <a:p>
          <a:endParaRPr lang="de-AT"/>
        </a:p>
      </dgm:t>
    </dgm:pt>
    <dgm:pt modelId="{8A039ECC-C8CF-44B4-8EEA-1456056B5FF2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Testen</a:t>
          </a:r>
        </a:p>
      </dgm:t>
    </dgm:pt>
    <dgm:pt modelId="{07F765DC-82F3-4AA6-8846-85FB020DBA39}" type="parTrans" cxnId="{AD8E2CAC-831D-4860-A726-AFDD7A7DD71E}">
      <dgm:prSet/>
      <dgm:spPr/>
      <dgm:t>
        <a:bodyPr/>
        <a:lstStyle/>
        <a:p>
          <a:endParaRPr lang="de-AT"/>
        </a:p>
      </dgm:t>
    </dgm:pt>
    <dgm:pt modelId="{9735C285-A8D1-4B16-81FB-DF4CAFF19B47}" type="sibTrans" cxnId="{AD8E2CAC-831D-4860-A726-AFDD7A7DD71E}">
      <dgm:prSet/>
      <dgm:spPr/>
      <dgm:t>
        <a:bodyPr/>
        <a:lstStyle/>
        <a:p>
          <a:endParaRPr lang="de-AT"/>
        </a:p>
      </dgm:t>
    </dgm:pt>
    <dgm:pt modelId="{249D4B2A-FA6F-412F-9015-AD844D5ACEF8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Mapping</a:t>
          </a:r>
        </a:p>
      </dgm:t>
    </dgm:pt>
    <dgm:pt modelId="{CFBF6726-904D-4C23-AFFB-28E569DB34A9}" type="parTrans" cxnId="{554EE412-BB16-4369-A764-6B6BE060B5D6}">
      <dgm:prSet/>
      <dgm:spPr/>
      <dgm:t>
        <a:bodyPr/>
        <a:lstStyle/>
        <a:p>
          <a:endParaRPr lang="de-AT"/>
        </a:p>
      </dgm:t>
    </dgm:pt>
    <dgm:pt modelId="{FAC539A5-C9D1-4415-BE72-0E1B8DCBBF1A}" type="sibTrans" cxnId="{554EE412-BB16-4369-A764-6B6BE060B5D6}">
      <dgm:prSet/>
      <dgm:spPr/>
      <dgm:t>
        <a:bodyPr/>
        <a:lstStyle/>
        <a:p>
          <a:endParaRPr lang="de-AT"/>
        </a:p>
      </dgm:t>
    </dgm:pt>
    <dgm:pt modelId="{C794CD63-AD72-417D-966A-95543B45917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Projektdokumentation</a:t>
          </a:r>
        </a:p>
      </dgm:t>
    </dgm:pt>
    <dgm:pt modelId="{E8E3F2A1-96B9-401B-8624-F67C4DAB6832}" type="parTrans" cxnId="{0F21FC43-8D59-4513-8941-1E23A7BD582F}">
      <dgm:prSet/>
      <dgm:spPr/>
    </dgm:pt>
    <dgm:pt modelId="{FE52D597-982C-4360-B76E-94ED8C993982}" type="sibTrans" cxnId="{0F21FC43-8D59-4513-8941-1E23A7BD582F}">
      <dgm:prSet/>
      <dgm:spPr/>
    </dgm:pt>
    <dgm:pt modelId="{9DB7F2FD-7F37-4189-95A9-4A11E3B21AD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Sprint Review</a:t>
          </a:r>
        </a:p>
      </dgm:t>
    </dgm:pt>
    <dgm:pt modelId="{719CDF99-D290-493C-B8D2-E97BD98AB06C}" type="parTrans" cxnId="{A766C949-3B14-48AF-B1BA-D22A81151D2E}">
      <dgm:prSet/>
      <dgm:spPr/>
    </dgm:pt>
    <dgm:pt modelId="{ECB314D7-CDF9-4348-854D-C5B19907292C}" type="sibTrans" cxnId="{A766C949-3B14-48AF-B1BA-D22A81151D2E}">
      <dgm:prSet/>
      <dgm:spPr/>
    </dgm:pt>
    <dgm:pt modelId="{EEA16659-8AA8-4B91-8795-9D81C30EF37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Testen</a:t>
          </a:r>
        </a:p>
      </dgm:t>
    </dgm:pt>
    <dgm:pt modelId="{AE3C3787-4339-4F23-A4D4-87539F6DF7D8}" type="parTrans" cxnId="{B31AB1C1-6E33-4468-922B-3E92F2C92337}">
      <dgm:prSet/>
      <dgm:spPr/>
    </dgm:pt>
    <dgm:pt modelId="{A49EEB02-5002-49C6-9448-0177F6F29B26}" type="sibTrans" cxnId="{B31AB1C1-6E33-4468-922B-3E92F2C92337}">
      <dgm:prSet/>
      <dgm:spPr/>
    </dgm:pt>
    <dgm:pt modelId="{6A555827-0695-4870-AAC1-D9F91E082AB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Mapping</a:t>
          </a:r>
        </a:p>
      </dgm:t>
    </dgm:pt>
    <dgm:pt modelId="{923867F1-0961-4CEF-B27A-A771E587CB04}" type="parTrans" cxnId="{B71F2E32-7241-4DD3-8E00-221CDF95890E}">
      <dgm:prSet/>
      <dgm:spPr/>
    </dgm:pt>
    <dgm:pt modelId="{1404D485-47B4-4434-8C2D-E6380876A73C}" type="sibTrans" cxnId="{B71F2E32-7241-4DD3-8E00-221CDF95890E}">
      <dgm:prSet/>
      <dgm:spPr/>
    </dgm:pt>
    <dgm:pt modelId="{EE9FCF68-D3F0-4621-9BFF-04898259E7A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Sprint Review</a:t>
          </a:r>
        </a:p>
      </dgm:t>
    </dgm:pt>
    <dgm:pt modelId="{FF509043-61AF-4605-9E77-1CF7B4C8F888}" type="parTrans" cxnId="{D88BF706-914F-4A35-9231-DC3AAC1A5B0C}">
      <dgm:prSet/>
      <dgm:spPr/>
    </dgm:pt>
    <dgm:pt modelId="{3AC60357-9153-492F-A76D-16AA7DE08B1B}" type="sibTrans" cxnId="{D88BF706-914F-4A35-9231-DC3AAC1A5B0C}">
      <dgm:prSet/>
      <dgm:spPr/>
    </dgm:pt>
    <dgm:pt modelId="{EC30DCD8-001B-4872-B83D-C9EA9EF933E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Projektdokumentation</a:t>
          </a:r>
        </a:p>
      </dgm:t>
    </dgm:pt>
    <dgm:pt modelId="{01D0ED4B-19C5-4776-8C34-D72817B55C4F}" type="parTrans" cxnId="{896B8A2A-34F9-4E00-9F3A-42353BEF082F}">
      <dgm:prSet/>
      <dgm:spPr/>
    </dgm:pt>
    <dgm:pt modelId="{B9249B4F-F882-4256-8DA9-E006259AB4A1}" type="sibTrans" cxnId="{896B8A2A-34F9-4E00-9F3A-42353BEF082F}">
      <dgm:prSet/>
      <dgm:spPr/>
    </dgm:pt>
    <dgm:pt modelId="{F28676FF-2711-49D3-ADA1-9CDD135E1ED1}" type="pres">
      <dgm:prSet presAssocID="{752E0E8F-0AB2-46F7-8FBC-35E315641B66}" presName="root" presStyleCnt="0">
        <dgm:presLayoutVars>
          <dgm:dir/>
          <dgm:resizeHandles val="exact"/>
        </dgm:presLayoutVars>
      </dgm:prSet>
      <dgm:spPr/>
    </dgm:pt>
    <dgm:pt modelId="{AF9C9CEB-9E1E-4285-B587-82FB02F3E936}" type="pres">
      <dgm:prSet presAssocID="{4E1C5CFB-05FB-47E2-94C5-885EF49E2772}" presName="compNode" presStyleCnt="0"/>
      <dgm:spPr/>
    </dgm:pt>
    <dgm:pt modelId="{C17225F5-0448-4158-B3C5-BE5385D9D5C9}" type="pres">
      <dgm:prSet presAssocID="{4E1C5CFB-05FB-47E2-94C5-885EF49E2772}" presName="iconRect" presStyleLbl="node1" presStyleIdx="0" presStyleCnt="3" custLinFactNeighborX="-674" custLinFactNeighborY="144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üromitarbeiter mit einfarbiger Füllung"/>
        </a:ext>
      </dgm:extLst>
    </dgm:pt>
    <dgm:pt modelId="{9FE1B098-1101-4032-9BFF-36ACB2F0A2C7}" type="pres">
      <dgm:prSet presAssocID="{4E1C5CFB-05FB-47E2-94C5-885EF49E2772}" presName="iconSpace" presStyleCnt="0"/>
      <dgm:spPr/>
    </dgm:pt>
    <dgm:pt modelId="{A0E51B95-A5C1-4F87-A480-660CAFBC6880}" type="pres">
      <dgm:prSet presAssocID="{4E1C5CFB-05FB-47E2-94C5-885EF49E2772}" presName="parTx" presStyleLbl="revTx" presStyleIdx="0" presStyleCnt="6" custLinFactNeighborX="-236" custLinFactNeighborY="-42144">
        <dgm:presLayoutVars>
          <dgm:chMax val="0"/>
          <dgm:chPref val="0"/>
        </dgm:presLayoutVars>
      </dgm:prSet>
      <dgm:spPr/>
    </dgm:pt>
    <dgm:pt modelId="{F7DC7FF2-76FA-4ACE-B539-EE1EB17541AF}" type="pres">
      <dgm:prSet presAssocID="{4E1C5CFB-05FB-47E2-94C5-885EF49E2772}" presName="txSpace" presStyleCnt="0"/>
      <dgm:spPr/>
    </dgm:pt>
    <dgm:pt modelId="{47BB8071-44DA-46A4-AA9E-6FD7C4B231BA}" type="pres">
      <dgm:prSet presAssocID="{4E1C5CFB-05FB-47E2-94C5-885EF49E2772}" presName="desTx" presStyleLbl="revTx" presStyleIdx="1" presStyleCnt="6" custScaleX="133726" custScaleY="142343" custLinFactNeighborX="7317" custLinFactNeighborY="14835">
        <dgm:presLayoutVars/>
      </dgm:prSet>
      <dgm:spPr/>
    </dgm:pt>
    <dgm:pt modelId="{AAB2CB4A-1873-4CC0-8EF8-CBD9DE6EB4BF}" type="pres">
      <dgm:prSet presAssocID="{C87918E1-C6A2-4FF0-8465-9BF81A75E2AE}" presName="sibTrans" presStyleCnt="0"/>
      <dgm:spPr/>
    </dgm:pt>
    <dgm:pt modelId="{583C0E49-3A53-4B18-84B6-A61C2FE43F15}" type="pres">
      <dgm:prSet presAssocID="{8BD8BDB5-461B-4B57-85EE-74F76467EC92}" presName="compNode" presStyleCnt="0"/>
      <dgm:spPr/>
    </dgm:pt>
    <dgm:pt modelId="{E2838515-3417-4EEB-B2E4-B090C7B3E23D}" type="pres">
      <dgm:prSet presAssocID="{8BD8BDB5-461B-4B57-85EE-74F76467EC92}" presName="iconRect" presStyleLbl="node1" presStyleIdx="1" presStyleCnt="3" custLinFactNeighborX="-4804" custLinFactNeighborY="-1153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hirn im Kopf mit einfarbiger Füllung"/>
        </a:ext>
      </dgm:extLst>
    </dgm:pt>
    <dgm:pt modelId="{A66B2CC8-937A-44E3-97E4-A8548689FA2D}" type="pres">
      <dgm:prSet presAssocID="{8BD8BDB5-461B-4B57-85EE-74F76467EC92}" presName="iconSpace" presStyleCnt="0"/>
      <dgm:spPr/>
    </dgm:pt>
    <dgm:pt modelId="{8AC032CC-0475-4FEA-9D21-A4442CA5E9BC}" type="pres">
      <dgm:prSet presAssocID="{8BD8BDB5-461B-4B57-85EE-74F76467EC92}" presName="parTx" presStyleLbl="revTx" presStyleIdx="2" presStyleCnt="6" custLinFactNeighborX="-631" custLinFactNeighborY="-49794">
        <dgm:presLayoutVars>
          <dgm:chMax val="0"/>
          <dgm:chPref val="0"/>
        </dgm:presLayoutVars>
      </dgm:prSet>
      <dgm:spPr/>
    </dgm:pt>
    <dgm:pt modelId="{C978531F-219F-4B64-AACB-08F8559A99CC}" type="pres">
      <dgm:prSet presAssocID="{8BD8BDB5-461B-4B57-85EE-74F76467EC92}" presName="txSpace" presStyleCnt="0"/>
      <dgm:spPr/>
    </dgm:pt>
    <dgm:pt modelId="{B13BCD90-4678-4EBA-865E-438DC96EF2AB}" type="pres">
      <dgm:prSet presAssocID="{8BD8BDB5-461B-4B57-85EE-74F76467EC92}" presName="desTx" presStyleLbl="revTx" presStyleIdx="3" presStyleCnt="6" custScaleX="144156" custScaleY="157040" custLinFactNeighborX="220" custLinFactNeighborY="23505">
        <dgm:presLayoutVars/>
      </dgm:prSet>
      <dgm:spPr/>
    </dgm:pt>
    <dgm:pt modelId="{BA45A3B1-8F58-42D6-BD67-3E6AC6268543}" type="pres">
      <dgm:prSet presAssocID="{7E6AEE83-8BAC-4A5A-8E81-7D730B90C1B1}" presName="sibTrans" presStyleCnt="0"/>
      <dgm:spPr/>
    </dgm:pt>
    <dgm:pt modelId="{CE62A58F-7531-4EAE-B9BD-9B91A6D1EF96}" type="pres">
      <dgm:prSet presAssocID="{225B702D-0461-481B-8A21-EF156FA3F4D3}" presName="compNode" presStyleCnt="0"/>
      <dgm:spPr/>
    </dgm:pt>
    <dgm:pt modelId="{93F2219F-7259-4575-BBF0-68B421623D7F}" type="pres">
      <dgm:prSet presAssocID="{225B702D-0461-481B-8A21-EF156FA3F4D3}" presName="iconRect" presStyleLbl="node1" presStyleIdx="2" presStyleCnt="3" custLinFactNeighborX="-10541" custLinFactNeighborY="-15157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uljunge mit einfarbiger Füllung"/>
        </a:ext>
      </dgm:extLst>
    </dgm:pt>
    <dgm:pt modelId="{40FD589A-1C92-44F1-A6AB-234E4EBA6CCD}" type="pres">
      <dgm:prSet presAssocID="{225B702D-0461-481B-8A21-EF156FA3F4D3}" presName="iconSpace" presStyleCnt="0"/>
      <dgm:spPr/>
    </dgm:pt>
    <dgm:pt modelId="{AA980E9A-FE33-4A78-A5B7-689120A83397}" type="pres">
      <dgm:prSet presAssocID="{225B702D-0461-481B-8A21-EF156FA3F4D3}" presName="parTx" presStyleLbl="revTx" presStyleIdx="4" presStyleCnt="6" custLinFactNeighborX="-2992" custLinFactNeighborY="-63768">
        <dgm:presLayoutVars>
          <dgm:chMax val="0"/>
          <dgm:chPref val="0"/>
        </dgm:presLayoutVars>
      </dgm:prSet>
      <dgm:spPr/>
    </dgm:pt>
    <dgm:pt modelId="{E75E2FD0-A5B9-4E0A-B8FE-80A0E8BF13A8}" type="pres">
      <dgm:prSet presAssocID="{225B702D-0461-481B-8A21-EF156FA3F4D3}" presName="txSpace" presStyleCnt="0"/>
      <dgm:spPr/>
    </dgm:pt>
    <dgm:pt modelId="{5FE12465-6107-4411-87A9-4EBB3F01AD4A}" type="pres">
      <dgm:prSet presAssocID="{225B702D-0461-481B-8A21-EF156FA3F4D3}" presName="desTx" presStyleLbl="revTx" presStyleIdx="5" presStyleCnt="6" custScaleX="117031" custScaleY="121695">
        <dgm:presLayoutVars/>
      </dgm:prSet>
      <dgm:spPr/>
    </dgm:pt>
  </dgm:ptLst>
  <dgm:cxnLst>
    <dgm:cxn modelId="{EA82A100-F996-4E58-88F2-7262ED9A78BA}" type="presOf" srcId="{EC30DCD8-001B-4872-B83D-C9EA9EF933E6}" destId="{47BB8071-44DA-46A4-AA9E-6FD7C4B231BA}" srcOrd="0" destOrd="3" presId="urn:microsoft.com/office/officeart/2018/5/layout/CenteredIconLabelDescriptionList"/>
    <dgm:cxn modelId="{D88BF706-914F-4A35-9231-DC3AAC1A5B0C}" srcId="{4E1C5CFB-05FB-47E2-94C5-885EF49E2772}" destId="{EE9FCF68-D3F0-4621-9BFF-04898259E7A3}" srcOrd="4" destOrd="0" parTransId="{FF509043-61AF-4605-9E77-1CF7B4C8F888}" sibTransId="{3AC60357-9153-492F-A76D-16AA7DE08B1B}"/>
    <dgm:cxn modelId="{36A11F0F-8E07-443C-9D7E-4B0D212CA221}" srcId="{752E0E8F-0AB2-46F7-8FBC-35E315641B66}" destId="{4E1C5CFB-05FB-47E2-94C5-885EF49E2772}" srcOrd="0" destOrd="0" parTransId="{0001762E-948A-4D33-B8C0-B0469925A1A9}" sibTransId="{C87918E1-C6A2-4FF0-8465-9BF81A75E2AE}"/>
    <dgm:cxn modelId="{554EE412-BB16-4369-A764-6B6BE060B5D6}" srcId="{225B702D-0461-481B-8A21-EF156FA3F4D3}" destId="{249D4B2A-FA6F-412F-9015-AD844D5ACEF8}" srcOrd="3" destOrd="0" parTransId="{CFBF6726-904D-4C23-AFFB-28E569DB34A9}" sibTransId="{FAC539A5-C9D1-4415-BE72-0E1B8DCBBF1A}"/>
    <dgm:cxn modelId="{530D6B14-E3CA-4DA7-ADD9-C6E97145A69B}" type="presOf" srcId="{6A555827-0695-4870-AAC1-D9F91E082AB5}" destId="{47BB8071-44DA-46A4-AA9E-6FD7C4B231BA}" srcOrd="0" destOrd="2" presId="urn:microsoft.com/office/officeart/2018/5/layout/CenteredIconLabelDescriptionList"/>
    <dgm:cxn modelId="{A6FF4018-BAC3-49CE-9E7B-FBBD0B11A727}" type="presOf" srcId="{6656E50A-8245-40D0-8048-FF539F679C43}" destId="{5FE12465-6107-4411-87A9-4EBB3F01AD4A}" srcOrd="0" destOrd="4" presId="urn:microsoft.com/office/officeart/2018/5/layout/CenteredIconLabelDescriptionList"/>
    <dgm:cxn modelId="{CD741222-A02F-4484-BB2F-FB1F31440230}" srcId="{752E0E8F-0AB2-46F7-8FBC-35E315641B66}" destId="{8BD8BDB5-461B-4B57-85EE-74F76467EC92}" srcOrd="1" destOrd="0" parTransId="{182A7F46-4DE2-49D6-A642-F1AF2BFF4D35}" sibTransId="{7E6AEE83-8BAC-4A5A-8E81-7D730B90C1B1}"/>
    <dgm:cxn modelId="{4A93EB23-D751-4659-BD1E-513D36FE3B1D}" type="presOf" srcId="{BF38B317-3657-4067-8EE0-BD2019C58409}" destId="{5FE12465-6107-4411-87A9-4EBB3F01AD4A}" srcOrd="0" destOrd="0" presId="urn:microsoft.com/office/officeart/2018/5/layout/CenteredIconLabelDescriptionList"/>
    <dgm:cxn modelId="{896B8A2A-34F9-4E00-9F3A-42353BEF082F}" srcId="{4E1C5CFB-05FB-47E2-94C5-885EF49E2772}" destId="{EC30DCD8-001B-4872-B83D-C9EA9EF933E6}" srcOrd="3" destOrd="0" parTransId="{01D0ED4B-19C5-4776-8C34-D72817B55C4F}" sibTransId="{B9249B4F-F882-4256-8DA9-E006259AB4A1}"/>
    <dgm:cxn modelId="{B71F2E32-7241-4DD3-8E00-221CDF95890E}" srcId="{4E1C5CFB-05FB-47E2-94C5-885EF49E2772}" destId="{6A555827-0695-4870-AAC1-D9F91E082AB5}" srcOrd="2" destOrd="0" parTransId="{923867F1-0961-4CEF-B27A-A771E587CB04}" sibTransId="{1404D485-47B4-4434-8C2D-E6380876A73C}"/>
    <dgm:cxn modelId="{DBC31D3B-D30B-4BE0-96E0-E8142B3CD379}" type="presOf" srcId="{F7D05F1C-0AF0-45F9-8367-4664BD75FE94}" destId="{B13BCD90-4678-4EBA-865E-438DC96EF2AB}" srcOrd="0" destOrd="1" presId="urn:microsoft.com/office/officeart/2018/5/layout/CenteredIconLabelDescriptionList"/>
    <dgm:cxn modelId="{6FDAC93C-A744-4626-ABE2-D59AC937224D}" srcId="{752E0E8F-0AB2-46F7-8FBC-35E315641B66}" destId="{225B702D-0461-481B-8A21-EF156FA3F4D3}" srcOrd="2" destOrd="0" parTransId="{74EEC7B8-3818-4013-B09C-1EA091169C2E}" sibTransId="{83100241-5F4E-4066-B00B-F304FCB8EADA}"/>
    <dgm:cxn modelId="{B7EA9F60-9F94-41DE-9E48-BA1A1C385521}" srcId="{4E1C5CFB-05FB-47E2-94C5-885EF49E2772}" destId="{29C6B8EC-1BEC-41BC-8E41-B7B6D0F68DE0}" srcOrd="0" destOrd="0" parTransId="{A8885009-E7BD-41E6-93CF-B29357862DF3}" sibTransId="{F20BE8AD-DD2E-49FF-B3A1-6293B0AC9918}"/>
    <dgm:cxn modelId="{69188E43-DC22-41DE-96DC-408C672CFAF8}" type="presOf" srcId="{9DB7F2FD-7F37-4189-95A9-4A11E3B21ADC}" destId="{B13BCD90-4678-4EBA-865E-438DC96EF2AB}" srcOrd="0" destOrd="3" presId="urn:microsoft.com/office/officeart/2018/5/layout/CenteredIconLabelDescriptionList"/>
    <dgm:cxn modelId="{0F21FC43-8D59-4513-8941-1E23A7BD582F}" srcId="{8BD8BDB5-461B-4B57-85EE-74F76467EC92}" destId="{C794CD63-AD72-417D-966A-95543B459171}" srcOrd="2" destOrd="0" parTransId="{E8E3F2A1-96B9-401B-8624-F67C4DAB6832}" sibTransId="{FE52D597-982C-4360-B76E-94ED8C993982}"/>
    <dgm:cxn modelId="{A766C949-3B14-48AF-B1BA-D22A81151D2E}" srcId="{8BD8BDB5-461B-4B57-85EE-74F76467EC92}" destId="{9DB7F2FD-7F37-4189-95A9-4A11E3B21ADC}" srcOrd="3" destOrd="0" parTransId="{719CDF99-D290-493C-B8D2-E97BD98AB06C}" sibTransId="{ECB314D7-CDF9-4348-854D-C5B19907292C}"/>
    <dgm:cxn modelId="{EFF0526B-EBEF-46C1-9A3D-A9CB9241A2AD}" type="presOf" srcId="{CE5A8C00-F261-4A8B-8E67-F0D81A2439F1}" destId="{5FE12465-6107-4411-87A9-4EBB3F01AD4A}" srcOrd="0" destOrd="2" presId="urn:microsoft.com/office/officeart/2018/5/layout/CenteredIconLabelDescriptionList"/>
    <dgm:cxn modelId="{2E01B06C-8F6F-4E96-9180-B170888BCE51}" srcId="{8BD8BDB5-461B-4B57-85EE-74F76467EC92}" destId="{9F8F3651-59E9-4269-AFE0-09022F2641E5}" srcOrd="0" destOrd="0" parTransId="{52D2C008-9A8D-44CC-ACD5-D4CDD01896AB}" sibTransId="{8EAFBE42-4130-4192-85A1-7279B80CF005}"/>
    <dgm:cxn modelId="{A2746858-83CA-490B-8529-BDD7CA494E62}" type="presOf" srcId="{8A039ECC-C8CF-44B4-8EEA-1456056B5FF2}" destId="{5FE12465-6107-4411-87A9-4EBB3F01AD4A}" srcOrd="0" destOrd="1" presId="urn:microsoft.com/office/officeart/2018/5/layout/CenteredIconLabelDescriptionList"/>
    <dgm:cxn modelId="{64A35478-D4A6-49FB-A4C0-8424E234A588}" type="presOf" srcId="{EE9FCF68-D3F0-4621-9BFF-04898259E7A3}" destId="{47BB8071-44DA-46A4-AA9E-6FD7C4B231BA}" srcOrd="0" destOrd="4" presId="urn:microsoft.com/office/officeart/2018/5/layout/CenteredIconLabelDescriptionList"/>
    <dgm:cxn modelId="{E8035987-9247-4D13-B047-F386FAD64CB7}" type="presOf" srcId="{752E0E8F-0AB2-46F7-8FBC-35E315641B66}" destId="{F28676FF-2711-49D3-ADA1-9CDD135E1ED1}" srcOrd="0" destOrd="0" presId="urn:microsoft.com/office/officeart/2018/5/layout/CenteredIconLabelDescriptionList"/>
    <dgm:cxn modelId="{02E89A98-2008-4A57-B1AF-976992A089BB}" type="presOf" srcId="{EEA16659-8AA8-4B91-8795-9D81C30EF37A}" destId="{47BB8071-44DA-46A4-AA9E-6FD7C4B231BA}" srcOrd="0" destOrd="1" presId="urn:microsoft.com/office/officeart/2018/5/layout/CenteredIconLabelDescriptionList"/>
    <dgm:cxn modelId="{AE6CF39B-71D9-4B87-B568-2092E3F52478}" type="presOf" srcId="{C794CD63-AD72-417D-966A-95543B459171}" destId="{B13BCD90-4678-4EBA-865E-438DC96EF2AB}" srcOrd="0" destOrd="2" presId="urn:microsoft.com/office/officeart/2018/5/layout/CenteredIconLabelDescriptionList"/>
    <dgm:cxn modelId="{3FC8629F-EE73-465A-B24D-215F54561034}" type="presOf" srcId="{225B702D-0461-481B-8A21-EF156FA3F4D3}" destId="{AA980E9A-FE33-4A78-A5B7-689120A83397}" srcOrd="0" destOrd="0" presId="urn:microsoft.com/office/officeart/2018/5/layout/CenteredIconLabelDescriptionList"/>
    <dgm:cxn modelId="{6293EDA8-3E53-4C4B-8B7E-2DC52FFBC92D}" srcId="{225B702D-0461-481B-8A21-EF156FA3F4D3}" destId="{CE5A8C00-F261-4A8B-8E67-F0D81A2439F1}" srcOrd="2" destOrd="0" parTransId="{5261D149-580C-4E49-8CBC-B068B8048B86}" sibTransId="{B9A041A4-B5E8-4C47-9766-493BE5CBC5A6}"/>
    <dgm:cxn modelId="{ABC0D8AA-4CD0-4C69-A45B-605569B930CF}" type="presOf" srcId="{9F8F3651-59E9-4269-AFE0-09022F2641E5}" destId="{B13BCD90-4678-4EBA-865E-438DC96EF2AB}" srcOrd="0" destOrd="0" presId="urn:microsoft.com/office/officeart/2018/5/layout/CenteredIconLabelDescriptionList"/>
    <dgm:cxn modelId="{AD8E2CAC-831D-4860-A726-AFDD7A7DD71E}" srcId="{225B702D-0461-481B-8A21-EF156FA3F4D3}" destId="{8A039ECC-C8CF-44B4-8EEA-1456056B5FF2}" srcOrd="1" destOrd="0" parTransId="{07F765DC-82F3-4AA6-8846-85FB020DBA39}" sibTransId="{9735C285-A8D1-4B16-81FB-DF4CAFF19B47}"/>
    <dgm:cxn modelId="{C9284DAD-0ACB-4F22-8060-FEB29D6FF90B}" srcId="{8BD8BDB5-461B-4B57-85EE-74F76467EC92}" destId="{F7D05F1C-0AF0-45F9-8367-4664BD75FE94}" srcOrd="1" destOrd="0" parTransId="{2F89FA8E-5843-4403-B219-A6DC823C1626}" sibTransId="{8B7FB8AD-95A4-468E-9602-DA0BA2A5D5D6}"/>
    <dgm:cxn modelId="{28FF40B2-DE6A-4064-9880-24F8A3D8088C}" srcId="{225B702D-0461-481B-8A21-EF156FA3F4D3}" destId="{6656E50A-8245-40D0-8048-FF539F679C43}" srcOrd="4" destOrd="0" parTransId="{97A55B63-379D-4750-A6A3-CED82489C531}" sibTransId="{9DC6CBA7-80D4-43D0-B12B-15CC408EE58E}"/>
    <dgm:cxn modelId="{80D105B6-9465-4459-9953-431FF82413E1}" type="presOf" srcId="{4E1C5CFB-05FB-47E2-94C5-885EF49E2772}" destId="{A0E51B95-A5C1-4F87-A480-660CAFBC6880}" srcOrd="0" destOrd="0" presId="urn:microsoft.com/office/officeart/2018/5/layout/CenteredIconLabelDescriptionList"/>
    <dgm:cxn modelId="{B31AB1C1-6E33-4468-922B-3E92F2C92337}" srcId="{4E1C5CFB-05FB-47E2-94C5-885EF49E2772}" destId="{EEA16659-8AA8-4B91-8795-9D81C30EF37A}" srcOrd="1" destOrd="0" parTransId="{AE3C3787-4339-4F23-A4D4-87539F6DF7D8}" sibTransId="{A49EEB02-5002-49C6-9448-0177F6F29B26}"/>
    <dgm:cxn modelId="{A837BCD9-A749-4BF3-A686-69654313E947}" srcId="{225B702D-0461-481B-8A21-EF156FA3F4D3}" destId="{BF38B317-3657-4067-8EE0-BD2019C58409}" srcOrd="0" destOrd="0" parTransId="{244B5407-7E20-4BF9-A369-AA5D05812288}" sibTransId="{409B25E8-3EA3-4260-9F40-18772C3EE2F6}"/>
    <dgm:cxn modelId="{2E9E48EA-AD34-4332-92CF-CD2977998145}" type="presOf" srcId="{29C6B8EC-1BEC-41BC-8E41-B7B6D0F68DE0}" destId="{47BB8071-44DA-46A4-AA9E-6FD7C4B231BA}" srcOrd="0" destOrd="0" presId="urn:microsoft.com/office/officeart/2018/5/layout/CenteredIconLabelDescriptionList"/>
    <dgm:cxn modelId="{5C6529EB-55A8-475F-AAE2-F10BDF6FA4C9}" type="presOf" srcId="{8BD8BDB5-461B-4B57-85EE-74F76467EC92}" destId="{8AC032CC-0475-4FEA-9D21-A4442CA5E9BC}" srcOrd="0" destOrd="0" presId="urn:microsoft.com/office/officeart/2018/5/layout/CenteredIconLabelDescriptionList"/>
    <dgm:cxn modelId="{EBC52AEF-909D-45C1-9D1E-DE3C45FE81AB}" type="presOf" srcId="{249D4B2A-FA6F-412F-9015-AD844D5ACEF8}" destId="{5FE12465-6107-4411-87A9-4EBB3F01AD4A}" srcOrd="0" destOrd="3" presId="urn:microsoft.com/office/officeart/2018/5/layout/CenteredIconLabelDescriptionList"/>
    <dgm:cxn modelId="{F4DAF7C8-8E5F-4E4A-9A30-C57BEF37A85B}" type="presParOf" srcId="{F28676FF-2711-49D3-ADA1-9CDD135E1ED1}" destId="{AF9C9CEB-9E1E-4285-B587-82FB02F3E936}" srcOrd="0" destOrd="0" presId="urn:microsoft.com/office/officeart/2018/5/layout/CenteredIconLabelDescriptionList"/>
    <dgm:cxn modelId="{3C9E18F4-E667-41E8-8F20-420C3C04BE9C}" type="presParOf" srcId="{AF9C9CEB-9E1E-4285-B587-82FB02F3E936}" destId="{C17225F5-0448-4158-B3C5-BE5385D9D5C9}" srcOrd="0" destOrd="0" presId="urn:microsoft.com/office/officeart/2018/5/layout/CenteredIconLabelDescriptionList"/>
    <dgm:cxn modelId="{01CCF763-80C5-474B-B250-A34767D2EEAD}" type="presParOf" srcId="{AF9C9CEB-9E1E-4285-B587-82FB02F3E936}" destId="{9FE1B098-1101-4032-9BFF-36ACB2F0A2C7}" srcOrd="1" destOrd="0" presId="urn:microsoft.com/office/officeart/2018/5/layout/CenteredIconLabelDescriptionList"/>
    <dgm:cxn modelId="{23B7110C-D8EC-4E7F-99A2-F480CB23C6DC}" type="presParOf" srcId="{AF9C9CEB-9E1E-4285-B587-82FB02F3E936}" destId="{A0E51B95-A5C1-4F87-A480-660CAFBC6880}" srcOrd="2" destOrd="0" presId="urn:microsoft.com/office/officeart/2018/5/layout/CenteredIconLabelDescriptionList"/>
    <dgm:cxn modelId="{A19C51BE-E2BF-428B-A7D1-7E1E71ECB467}" type="presParOf" srcId="{AF9C9CEB-9E1E-4285-B587-82FB02F3E936}" destId="{F7DC7FF2-76FA-4ACE-B539-EE1EB17541AF}" srcOrd="3" destOrd="0" presId="urn:microsoft.com/office/officeart/2018/5/layout/CenteredIconLabelDescriptionList"/>
    <dgm:cxn modelId="{7F1422AB-65E0-43BB-9A6E-429B3D75D8FF}" type="presParOf" srcId="{AF9C9CEB-9E1E-4285-B587-82FB02F3E936}" destId="{47BB8071-44DA-46A4-AA9E-6FD7C4B231BA}" srcOrd="4" destOrd="0" presId="urn:microsoft.com/office/officeart/2018/5/layout/CenteredIconLabelDescriptionList"/>
    <dgm:cxn modelId="{0EFD8127-5B9E-4C02-81ED-2B5E38A2F417}" type="presParOf" srcId="{F28676FF-2711-49D3-ADA1-9CDD135E1ED1}" destId="{AAB2CB4A-1873-4CC0-8EF8-CBD9DE6EB4BF}" srcOrd="1" destOrd="0" presId="urn:microsoft.com/office/officeart/2018/5/layout/CenteredIconLabelDescriptionList"/>
    <dgm:cxn modelId="{492F260A-7638-4783-BE9C-3646F76EADB2}" type="presParOf" srcId="{F28676FF-2711-49D3-ADA1-9CDD135E1ED1}" destId="{583C0E49-3A53-4B18-84B6-A61C2FE43F15}" srcOrd="2" destOrd="0" presId="urn:microsoft.com/office/officeart/2018/5/layout/CenteredIconLabelDescriptionList"/>
    <dgm:cxn modelId="{C598D0ED-92AC-4FCC-8E95-8D06BA7EA88F}" type="presParOf" srcId="{583C0E49-3A53-4B18-84B6-A61C2FE43F15}" destId="{E2838515-3417-4EEB-B2E4-B090C7B3E23D}" srcOrd="0" destOrd="0" presId="urn:microsoft.com/office/officeart/2018/5/layout/CenteredIconLabelDescriptionList"/>
    <dgm:cxn modelId="{A41E4ED0-A766-4282-BF74-8AACB51AE2B6}" type="presParOf" srcId="{583C0E49-3A53-4B18-84B6-A61C2FE43F15}" destId="{A66B2CC8-937A-44E3-97E4-A8548689FA2D}" srcOrd="1" destOrd="0" presId="urn:microsoft.com/office/officeart/2018/5/layout/CenteredIconLabelDescriptionList"/>
    <dgm:cxn modelId="{B6EBEE41-F2FC-4471-8611-044282825C1E}" type="presParOf" srcId="{583C0E49-3A53-4B18-84B6-A61C2FE43F15}" destId="{8AC032CC-0475-4FEA-9D21-A4442CA5E9BC}" srcOrd="2" destOrd="0" presId="urn:microsoft.com/office/officeart/2018/5/layout/CenteredIconLabelDescriptionList"/>
    <dgm:cxn modelId="{4ABFD96C-2135-4ABD-A8E8-5D2662609091}" type="presParOf" srcId="{583C0E49-3A53-4B18-84B6-A61C2FE43F15}" destId="{C978531F-219F-4B64-AACB-08F8559A99CC}" srcOrd="3" destOrd="0" presId="urn:microsoft.com/office/officeart/2018/5/layout/CenteredIconLabelDescriptionList"/>
    <dgm:cxn modelId="{3E433784-990C-4A9A-8DBA-D5A40688A567}" type="presParOf" srcId="{583C0E49-3A53-4B18-84B6-A61C2FE43F15}" destId="{B13BCD90-4678-4EBA-865E-438DC96EF2AB}" srcOrd="4" destOrd="0" presId="urn:microsoft.com/office/officeart/2018/5/layout/CenteredIconLabelDescriptionList"/>
    <dgm:cxn modelId="{91B3AF79-CF34-4FA4-852A-E887347A7491}" type="presParOf" srcId="{F28676FF-2711-49D3-ADA1-9CDD135E1ED1}" destId="{BA45A3B1-8F58-42D6-BD67-3E6AC6268543}" srcOrd="3" destOrd="0" presId="urn:microsoft.com/office/officeart/2018/5/layout/CenteredIconLabelDescriptionList"/>
    <dgm:cxn modelId="{7DE62D01-F887-4A40-8DD3-3C9772087FAB}" type="presParOf" srcId="{F28676FF-2711-49D3-ADA1-9CDD135E1ED1}" destId="{CE62A58F-7531-4EAE-B9BD-9B91A6D1EF96}" srcOrd="4" destOrd="0" presId="urn:microsoft.com/office/officeart/2018/5/layout/CenteredIconLabelDescriptionList"/>
    <dgm:cxn modelId="{2FD1B38D-0308-49BE-A971-7F5D7A3EE582}" type="presParOf" srcId="{CE62A58F-7531-4EAE-B9BD-9B91A6D1EF96}" destId="{93F2219F-7259-4575-BBF0-68B421623D7F}" srcOrd="0" destOrd="0" presId="urn:microsoft.com/office/officeart/2018/5/layout/CenteredIconLabelDescriptionList"/>
    <dgm:cxn modelId="{097948D1-0FDC-411C-9D10-D124F7AF0F54}" type="presParOf" srcId="{CE62A58F-7531-4EAE-B9BD-9B91A6D1EF96}" destId="{40FD589A-1C92-44F1-A6AB-234E4EBA6CCD}" srcOrd="1" destOrd="0" presId="urn:microsoft.com/office/officeart/2018/5/layout/CenteredIconLabelDescriptionList"/>
    <dgm:cxn modelId="{D3D05235-2D52-4CF1-A1D2-4708D7242D41}" type="presParOf" srcId="{CE62A58F-7531-4EAE-B9BD-9B91A6D1EF96}" destId="{AA980E9A-FE33-4A78-A5B7-689120A83397}" srcOrd="2" destOrd="0" presId="urn:microsoft.com/office/officeart/2018/5/layout/CenteredIconLabelDescriptionList"/>
    <dgm:cxn modelId="{400E5FD0-5BC7-4777-A6F7-2A1559714B21}" type="presParOf" srcId="{CE62A58F-7531-4EAE-B9BD-9B91A6D1EF96}" destId="{E75E2FD0-A5B9-4E0A-B8FE-80A0E8BF13A8}" srcOrd="3" destOrd="0" presId="urn:microsoft.com/office/officeart/2018/5/layout/CenteredIconLabelDescriptionList"/>
    <dgm:cxn modelId="{F45DB3A1-2CA7-468E-8431-062E66F12ADF}" type="presParOf" srcId="{CE62A58F-7531-4EAE-B9BD-9B91A6D1EF96}" destId="{5FE12465-6107-4411-87A9-4EBB3F01AD4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2ED41-48CB-4A43-80F4-94667A67B4D5}">
      <dsp:nvSpPr>
        <dsp:cNvPr id="0" name=""/>
        <dsp:cNvSpPr/>
      </dsp:nvSpPr>
      <dsp:spPr>
        <a:xfrm>
          <a:off x="0" y="24085"/>
          <a:ext cx="7886700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Einrichten einer Datenbank, um alle relevanten Informationen wie Routen, Sensordaten und Einstellungen effizient zu speichern und abzurufen.</a:t>
          </a:r>
          <a:endParaRPr lang="en-US" sz="2000" kern="1200"/>
        </a:p>
      </dsp:txBody>
      <dsp:txXfrm>
        <a:off x="53688" y="77773"/>
        <a:ext cx="7779324" cy="992424"/>
      </dsp:txXfrm>
    </dsp:sp>
    <dsp:sp modelId="{6E88EC39-FC2F-40DF-B771-7A4851DDF840}">
      <dsp:nvSpPr>
        <dsp:cNvPr id="0" name=""/>
        <dsp:cNvSpPr/>
      </dsp:nvSpPr>
      <dsp:spPr>
        <a:xfrm>
          <a:off x="0" y="1181485"/>
          <a:ext cx="7886700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Das erneute abrufen von gefahrenen Routen zu einem späteren Zeitpunkt.</a:t>
          </a:r>
          <a:endParaRPr lang="en-US" sz="2000" kern="1200"/>
        </a:p>
      </dsp:txBody>
      <dsp:txXfrm>
        <a:off x="53688" y="1235173"/>
        <a:ext cx="7779324" cy="992424"/>
      </dsp:txXfrm>
    </dsp:sp>
    <dsp:sp modelId="{3792B7E3-13C6-414F-AA5D-0821C28100F1}">
      <dsp:nvSpPr>
        <dsp:cNvPr id="0" name=""/>
        <dsp:cNvSpPr/>
      </dsp:nvSpPr>
      <dsp:spPr>
        <a:xfrm>
          <a:off x="0" y="2338885"/>
          <a:ext cx="7886700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err="1"/>
            <a:t>Sensordaten</a:t>
          </a:r>
          <a:r>
            <a:rPr lang="en-US" sz="2000" kern="1200"/>
            <a:t> </a:t>
          </a:r>
          <a:r>
            <a:rPr lang="en-US" sz="2000" kern="1200" err="1"/>
            <a:t>auslesen</a:t>
          </a:r>
          <a:r>
            <a:rPr lang="en-US" sz="2000" kern="1200"/>
            <a:t> und </a:t>
          </a:r>
          <a:r>
            <a:rPr lang="en-US" sz="2000" kern="1200" err="1"/>
            <a:t>über</a:t>
          </a:r>
          <a:r>
            <a:rPr lang="en-US" sz="2000" kern="1200"/>
            <a:t> API </a:t>
          </a:r>
          <a:r>
            <a:rPr lang="en-US" sz="2000" kern="1200" err="1"/>
            <a:t>übergeben</a:t>
          </a:r>
          <a:endParaRPr lang="en-US" sz="2000" kern="1200"/>
        </a:p>
      </dsp:txBody>
      <dsp:txXfrm>
        <a:off x="53688" y="2392573"/>
        <a:ext cx="7779324" cy="992424"/>
      </dsp:txXfrm>
    </dsp:sp>
    <dsp:sp modelId="{F26C3B39-169B-4D11-A923-DC4345FA84DC}">
      <dsp:nvSpPr>
        <dsp:cNvPr id="0" name=""/>
        <dsp:cNvSpPr/>
      </dsp:nvSpPr>
      <dsp:spPr>
        <a:xfrm>
          <a:off x="0" y="3496285"/>
          <a:ext cx="7886700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err="1"/>
            <a:t>Vorbereitungen</a:t>
          </a:r>
          <a:r>
            <a:rPr lang="en-US" sz="2000" kern="1200"/>
            <a:t> von </a:t>
          </a:r>
          <a:r>
            <a:rPr lang="en-US" sz="2000" kern="1200" err="1"/>
            <a:t>Kartografie</a:t>
          </a:r>
          <a:r>
            <a:rPr lang="en-US" sz="2000" kern="1200"/>
            <a:t> für Sprint 4</a:t>
          </a:r>
        </a:p>
      </dsp:txBody>
      <dsp:txXfrm>
        <a:off x="53688" y="3549973"/>
        <a:ext cx="7779324" cy="9924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7225F5-0448-4158-B3C5-BE5385D9D5C9}">
      <dsp:nvSpPr>
        <dsp:cNvPr id="0" name=""/>
        <dsp:cNvSpPr/>
      </dsp:nvSpPr>
      <dsp:spPr>
        <a:xfrm>
          <a:off x="946973" y="1099789"/>
          <a:ext cx="669704" cy="6697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E51B95-A5C1-4F87-A480-660CAFBC6880}">
      <dsp:nvSpPr>
        <dsp:cNvPr id="0" name=""/>
        <dsp:cNvSpPr/>
      </dsp:nvSpPr>
      <dsp:spPr>
        <a:xfrm>
          <a:off x="325103" y="1728256"/>
          <a:ext cx="1913442" cy="28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>
              <a:latin typeface="+mn-lt"/>
            </a:rPr>
            <a:t>Jonas:</a:t>
          </a:r>
          <a:endParaRPr lang="en-US" sz="1800" kern="1200">
            <a:latin typeface="+mn-lt"/>
          </a:endParaRPr>
        </a:p>
      </dsp:txBody>
      <dsp:txXfrm>
        <a:off x="325103" y="1728256"/>
        <a:ext cx="1913442" cy="287016"/>
      </dsp:txXfrm>
    </dsp:sp>
    <dsp:sp modelId="{47BB8071-44DA-46A4-AA9E-6FD7C4B231BA}">
      <dsp:nvSpPr>
        <dsp:cNvPr id="0" name=""/>
        <dsp:cNvSpPr/>
      </dsp:nvSpPr>
      <dsp:spPr>
        <a:xfrm>
          <a:off x="146961" y="1995485"/>
          <a:ext cx="2558769" cy="1713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Datenbank 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Testen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Mapping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Projektdokumentation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Sprint Review</a:t>
          </a:r>
        </a:p>
      </dsp:txBody>
      <dsp:txXfrm>
        <a:off x="146961" y="1995485"/>
        <a:ext cx="2558769" cy="1713114"/>
      </dsp:txXfrm>
    </dsp:sp>
    <dsp:sp modelId="{E2838515-3417-4EEB-B2E4-B090C7B3E23D}">
      <dsp:nvSpPr>
        <dsp:cNvPr id="0" name=""/>
        <dsp:cNvSpPr/>
      </dsp:nvSpPr>
      <dsp:spPr>
        <a:xfrm>
          <a:off x="3912723" y="968634"/>
          <a:ext cx="669704" cy="6697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032CC-0475-4FEA-9D21-A4442CA5E9BC}">
      <dsp:nvSpPr>
        <dsp:cNvPr id="0" name=""/>
        <dsp:cNvSpPr/>
      </dsp:nvSpPr>
      <dsp:spPr>
        <a:xfrm>
          <a:off x="3310953" y="1662079"/>
          <a:ext cx="1913442" cy="28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>
              <a:latin typeface="+mn-lt"/>
            </a:rPr>
            <a:t>Florian:</a:t>
          </a:r>
          <a:endParaRPr lang="en-US" sz="1800" kern="1200">
            <a:latin typeface="+mn-lt"/>
          </a:endParaRPr>
        </a:p>
      </dsp:txBody>
      <dsp:txXfrm>
        <a:off x="3310953" y="1662079"/>
        <a:ext cx="1913442" cy="287016"/>
      </dsp:txXfrm>
    </dsp:sp>
    <dsp:sp modelId="{B13BCD90-4678-4EBA-865E-438DC96EF2AB}">
      <dsp:nvSpPr>
        <dsp:cNvPr id="0" name=""/>
        <dsp:cNvSpPr/>
      </dsp:nvSpPr>
      <dsp:spPr>
        <a:xfrm>
          <a:off x="2904786" y="1967169"/>
          <a:ext cx="2758341" cy="1889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Datenbank</a:t>
          </a:r>
          <a:endParaRPr lang="en-US" sz="1800" kern="1200">
            <a:latin typeface="+mn-lt"/>
          </a:endParaRP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Testen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Projektdokumentation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Sprint Review</a:t>
          </a:r>
        </a:p>
      </dsp:txBody>
      <dsp:txXfrm>
        <a:off x="2904786" y="1967169"/>
        <a:ext cx="2758341" cy="1889994"/>
      </dsp:txXfrm>
    </dsp:sp>
    <dsp:sp modelId="{93F2219F-7259-4575-BBF0-68B421623D7F}">
      <dsp:nvSpPr>
        <dsp:cNvPr id="0" name=""/>
        <dsp:cNvSpPr/>
      </dsp:nvSpPr>
      <dsp:spPr>
        <a:xfrm>
          <a:off x="6707985" y="1050729"/>
          <a:ext cx="669704" cy="6697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980E9A-FE33-4A78-A5B7-689120A83397}">
      <dsp:nvSpPr>
        <dsp:cNvPr id="0" name=""/>
        <dsp:cNvSpPr/>
      </dsp:nvSpPr>
      <dsp:spPr>
        <a:xfrm>
          <a:off x="6099460" y="1728317"/>
          <a:ext cx="1913442" cy="28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>
              <a:latin typeface="+mn-lt"/>
            </a:rPr>
            <a:t>Philip:</a:t>
          </a:r>
          <a:endParaRPr lang="en-US" sz="1800" kern="1200">
            <a:latin typeface="+mn-lt"/>
          </a:endParaRPr>
        </a:p>
      </dsp:txBody>
      <dsp:txXfrm>
        <a:off x="6099460" y="1728317"/>
        <a:ext cx="1913442" cy="287016"/>
      </dsp:txXfrm>
    </dsp:sp>
    <dsp:sp modelId="{5FE12465-6107-4411-87A9-4EBB3F01AD4A}">
      <dsp:nvSpPr>
        <dsp:cNvPr id="0" name=""/>
        <dsp:cNvSpPr/>
      </dsp:nvSpPr>
      <dsp:spPr>
        <a:xfrm>
          <a:off x="5993771" y="2003320"/>
          <a:ext cx="2239320" cy="1464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Erstellung der Datenbank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Testen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0" kern="1200">
              <a:latin typeface="+mn-lt"/>
            </a:rPr>
            <a:t>Sensordaten</a:t>
          </a:r>
          <a:endParaRPr lang="de-DE" sz="1800" kern="120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Mapping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Sprint Review</a:t>
          </a:r>
        </a:p>
      </dsp:txBody>
      <dsp:txXfrm>
        <a:off x="5993771" y="2003320"/>
        <a:ext cx="2239320" cy="14646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t" anchorCtr="0" compatLnSpc="1"/>
          <a:lstStyle>
            <a:lvl1pPr defTabSz="948055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 bwMode="auto">
          <a:xfrm>
            <a:off x="4021294" y="0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t" anchorCtr="0" compatLnSpc="1"/>
          <a:lstStyle>
            <a:lvl1pPr algn="r" defTabSz="948055">
              <a:defRPr sz="1200"/>
            </a:lvl1pPr>
          </a:lstStyle>
          <a:p>
            <a:pPr>
              <a:defRPr/>
            </a:pPr>
            <a:fld id="{3953DA5E-C6E2-4FA2-8BC8-7FF9A5EB6734}" type="datetimeFigureOut">
              <a:rPr lang="de-DE"/>
              <a:t>23.04.2025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 bwMode="auto">
          <a:xfrm>
            <a:off x="0" y="9720023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b" anchorCtr="0" compatLnSpc="1"/>
          <a:lstStyle>
            <a:lvl1pPr defTabSz="948055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 bwMode="auto">
          <a:xfrm>
            <a:off x="4021294" y="9720023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b" anchorCtr="0" compatLnSpc="1"/>
          <a:lstStyle>
            <a:lvl1pPr algn="r" defTabSz="948055">
              <a:defRPr sz="1200"/>
            </a:lvl1pPr>
          </a:lstStyle>
          <a:p>
            <a:pPr>
              <a:defRPr/>
            </a:pPr>
            <a:fld id="{89A9BFB2-3314-459B-BBF3-97A86AECA4E3}" type="slidenum">
              <a:rPr lang="de-DE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E360A-102B-474E-BEC0-79AC7566E43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8EB10-9094-CC46-9BCA-615730AD1A2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8EB10-9094-CC46-9BCA-615730AD1A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70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bg2">
                  <a:shade val="100000"/>
                  <a:hueMod val="100000"/>
                  <a:satMod val="110000"/>
                  <a:lumMod val="130000"/>
                </a:schemeClr>
              </a:gs>
              <a:gs pos="99000">
                <a:schemeClr val="bg1"/>
              </a:gs>
            </a:gsLst>
            <a:lin ang="0" scaled="1"/>
            <a:tileRect/>
          </a:gradFill>
        </p:spPr>
        <p:txBody>
          <a:bodyPr anchor="ctr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8938C-29B8-4D68-B3E2-65383D25561A}" type="slidenum">
              <a:rPr lang="de-AT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A92CB-F91D-4CDD-843E-C20D96A57C63}" type="slidenum">
              <a:rPr lang="de-AT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08048-23C5-41A6-899C-F663368C05D2}" type="slidenum">
              <a:rPr lang="de-AT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F7C12-618F-49D7-BEDD-2077C6E49D94}" type="slidenum">
              <a:rPr lang="de-AT"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56792"/>
            <a:ext cx="7886700" cy="4620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E4538FE-AEB4-413B-B741-EC1BAEEF6B8F}" type="slidenum">
              <a:rPr lang="de-AT" smtClean="0"/>
              <a:t>‹#›</a:t>
            </a:fld>
            <a:endParaRPr lang="de-AT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10062"/>
            <a:ext cx="1196981" cy="1325563"/>
          </a:xfrm>
          <a:prstGeom prst="rect">
            <a:avLst/>
          </a:prstGeom>
        </p:spPr>
      </p:pic>
      <p:sp>
        <p:nvSpPr>
          <p:cNvPr id="8" name="Title 1"/>
          <p:cNvSpPr txBox="1"/>
          <p:nvPr userDrawn="1"/>
        </p:nvSpPr>
        <p:spPr>
          <a:xfrm>
            <a:off x="1907704" y="365127"/>
            <a:ext cx="6607646" cy="7596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bg2">
                  <a:shade val="100000"/>
                  <a:hueMod val="100000"/>
                  <a:satMod val="110000"/>
                  <a:lumMod val="130000"/>
                </a:schemeClr>
              </a:gs>
              <a:gs pos="99000">
                <a:schemeClr val="bg1"/>
              </a:gs>
            </a:gsLst>
            <a:lin ang="0" scaled="1"/>
            <a:tileRect/>
          </a:gradFill>
        </p:spPr>
        <p:txBody>
          <a:bodyPr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/>
              <a:t>Click to edit Master title style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6"/>
            <a:ext cx="7056784" cy="975641"/>
          </a:xfrm>
        </p:spPr>
        <p:txBody>
          <a:bodyPr lIns="91440" tIns="45720" rIns="91440" bIns="45720" anchor="ctr"/>
          <a:lstStyle/>
          <a:p>
            <a:r>
              <a:rPr lang="de-DE" altLang="en-US">
                <a:latin typeface="Calibri"/>
                <a:ea typeface="Calibri"/>
                <a:cs typeface="Calibri"/>
              </a:rPr>
              <a:t>Sprint Review - Sprint 3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85800" y="2132856"/>
            <a:ext cx="7772400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600">
                <a:latin typeface="Calibri" panose="020F0502020204030204" charset="0"/>
              </a:rPr>
              <a:t>SYP Projekt</a:t>
            </a:r>
            <a:endParaRPr lang="de-DE" sz="3600">
              <a:latin typeface="Calibri" panose="020F0502020204030204" charset="0"/>
              <a:ea typeface="Calibri"/>
              <a:cs typeface="Calibri"/>
            </a:endParaRPr>
          </a:p>
          <a:p>
            <a:pPr algn="ctr"/>
            <a:endParaRPr lang="de-DE" altLang="de-AT" sz="3600">
              <a:latin typeface="Calibri" panose="020F0502020204030204" charset="0"/>
              <a:cs typeface="+mj-lt"/>
            </a:endParaRPr>
          </a:p>
          <a:p>
            <a:pPr algn="ctr"/>
            <a:r>
              <a:rPr lang="de-DE" altLang="de-AT" sz="3600">
                <a:cs typeface="+mj-lt"/>
              </a:rPr>
              <a:t>Sprint 3 (17.03 - 9.04)</a:t>
            </a:r>
            <a:endParaRPr lang="de-DE" altLang="de-AT" sz="3600">
              <a:ea typeface="Calibri Light"/>
              <a:cs typeface="+mj-lt"/>
            </a:endParaRPr>
          </a:p>
          <a:p>
            <a:pPr algn="ctr"/>
            <a:endParaRPr lang="de-DE" altLang="de-AT" sz="3600">
              <a:cs typeface="+mj-lt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1</a:t>
            </a:fld>
            <a:endParaRPr lang="de-A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altLang="en-US" b="1" kern="1200"/>
              <a:t>Sprint Ziele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kern="1200"/>
              <a:pPr>
                <a:spcAft>
                  <a:spcPts val="600"/>
                </a:spcAft>
                <a:defRPr/>
              </a:pPr>
              <a:t>2</a:t>
            </a:fld>
            <a:endParaRPr lang="de-AT" kern="1200"/>
          </a:p>
        </p:txBody>
      </p:sp>
      <p:graphicFrame>
        <p:nvGraphicFramePr>
          <p:cNvPr id="12" name="Text Box 2">
            <a:extLst>
              <a:ext uri="{FF2B5EF4-FFF2-40B4-BE49-F238E27FC236}">
                <a16:creationId xmlns:a16="http://schemas.microsoft.com/office/drawing/2014/main" id="{E0ECFA66-2631-DA02-3211-09773E9AF8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1476884"/>
              </p:ext>
            </p:extLst>
          </p:nvPr>
        </p:nvGraphicFramePr>
        <p:xfrm>
          <a:off x="628650" y="1556792"/>
          <a:ext cx="7886700" cy="4620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err="1">
                <a:cs typeface="+mj-lt"/>
              </a:rPr>
              <a:t>Sprint Review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3</a:t>
            </a:fld>
            <a:endParaRPr lang="de-AT"/>
          </a:p>
        </p:txBody>
      </p:sp>
      <p:sp>
        <p:nvSpPr>
          <p:cNvPr id="3" name="Text Box 2"/>
          <p:cNvSpPr txBox="1"/>
          <p:nvPr/>
        </p:nvSpPr>
        <p:spPr>
          <a:xfrm>
            <a:off x="611505" y="1628775"/>
            <a:ext cx="82232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de-DE" altLang="en-US" sz="1400" b="1">
                <a:latin typeface="Calibri" panose="020F0502020204030204" charset="0"/>
              </a:rPr>
              <a:t>User Stories - Sprint 3.</a:t>
            </a:r>
            <a:endParaRPr lang="de-DE" altLang="en-US">
              <a:latin typeface="Calibri" panose="020F0502020204030204" charset="0"/>
            </a:endParaRPr>
          </a:p>
        </p:txBody>
      </p:sp>
      <p:graphicFrame>
        <p:nvGraphicFramePr>
          <p:cNvPr id="4" name="Table 3"/>
          <p:cNvGraphicFramePr/>
          <p:nvPr>
            <p:extLst>
              <p:ext uri="{D42A27DB-BD31-4B8C-83A1-F6EECF244321}">
                <p14:modId xmlns:p14="http://schemas.microsoft.com/office/powerpoint/2010/main" val="4132130665"/>
              </p:ext>
            </p:extLst>
          </p:nvPr>
        </p:nvGraphicFramePr>
        <p:xfrm>
          <a:off x="683895" y="2132965"/>
          <a:ext cx="7688946" cy="227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1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2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User Story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Bearbeitet von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User Story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err="1">
                          <a:latin typeface="Calibri"/>
                        </a:rPr>
                        <a:t>StoryPoints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Datenbank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Ellmauthaler, Hafner, Eder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de-DE"/>
                        <a:t>Einrichten einer Datenbank, um alle relevanten Informationen wie Routen, Sensordaten und Einstellungen effizient zu speichern und abzurufen. Gespeicherte </a:t>
                      </a:r>
                      <a:r>
                        <a:rPr lang="de-DE" err="1"/>
                        <a:t>Map</a:t>
                      </a:r>
                      <a:r>
                        <a:rPr lang="de-DE"/>
                        <a:t> abfahren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Sensordaten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Ellmauthaler</a:t>
                      </a:r>
                      <a:endParaRPr lang="de-DE" altLang="en-US" err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Das auslesen und speichern von Sensordaten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8242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altLang="en-US"/>
              <a:t>Sprint </a:t>
            </a:r>
            <a:r>
              <a:rPr lang="de-DE" altLang="en-US" err="1"/>
              <a:t>Burndown</a:t>
            </a:r>
            <a:r>
              <a:rPr lang="de-DE" altLang="en-US"/>
              <a:t>-Chart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>
                <a:latin typeface="+mn-lt"/>
                <a:ea typeface="+mn-ea"/>
                <a:cs typeface="+mn-cs"/>
              </a:rPr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smtClean="0"/>
              <a:pPr>
                <a:spcAft>
                  <a:spcPts val="600"/>
                </a:spcAft>
                <a:defRPr/>
              </a:pPr>
              <a:t>4</a:t>
            </a:fld>
            <a:endParaRPr lang="de-AT"/>
          </a:p>
        </p:txBody>
      </p:sp>
      <p:sp>
        <p:nvSpPr>
          <p:cNvPr id="5" name="TextBox 4"/>
          <p:cNvSpPr txBox="1"/>
          <p:nvPr/>
        </p:nvSpPr>
        <p:spPr>
          <a:xfrm>
            <a:off x="5004048" y="1825625"/>
            <a:ext cx="3886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Geplante </a:t>
            </a:r>
            <a:r>
              <a:rPr lang="de-DE" sz="2100" noProof="0" err="1"/>
              <a:t>Storypoints</a:t>
            </a:r>
            <a:r>
              <a:rPr lang="de-DE" sz="2100" noProof="0"/>
              <a:t>:	70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Erledigte </a:t>
            </a:r>
            <a:r>
              <a:rPr lang="de-DE" sz="2100" noProof="0" err="1"/>
              <a:t>Storypoints</a:t>
            </a:r>
            <a:r>
              <a:rPr lang="de-DE" sz="2100"/>
              <a:t>:	70</a:t>
            </a:r>
            <a:endParaRPr lang="de-DE" sz="2100" noProof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Offene </a:t>
            </a:r>
            <a:r>
              <a:rPr lang="de-DE" sz="2100" noProof="0" err="1"/>
              <a:t>Storypoints</a:t>
            </a:r>
            <a:r>
              <a:rPr lang="de-DE" sz="2100" noProof="0"/>
              <a:t>:</a:t>
            </a:r>
            <a:r>
              <a:rPr lang="de-DE" sz="2100"/>
              <a:t>	0</a:t>
            </a:r>
            <a:endParaRPr lang="de-DE" sz="2100" noProof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de-DE" sz="2100" noProof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Verbleibende </a:t>
            </a:r>
            <a:r>
              <a:rPr lang="de-DE" sz="2100" noProof="0" err="1"/>
              <a:t>Storypoints</a:t>
            </a:r>
            <a:r>
              <a:rPr lang="de-DE" sz="2100" noProof="0"/>
              <a:t> in </a:t>
            </a:r>
            <a:r>
              <a:rPr lang="de-DE" sz="2100" noProof="0" err="1"/>
              <a:t>Product</a:t>
            </a:r>
            <a:r>
              <a:rPr lang="de-DE" sz="2100" noProof="0"/>
              <a:t> Backlog:	</a:t>
            </a:r>
            <a:r>
              <a:rPr lang="de-DE" sz="2100"/>
              <a:t>100</a:t>
            </a:r>
            <a:endParaRPr lang="de-DE" sz="2100" noProof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2100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B2AF9E64-547F-ACC7-F033-8065BA025A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3065023"/>
              </p:ext>
            </p:extLst>
          </p:nvPr>
        </p:nvGraphicFramePr>
        <p:xfrm>
          <a:off x="117988" y="2272553"/>
          <a:ext cx="5004048" cy="3457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>
                <a:latin typeface="Calibri" panose="020F0502020204030204" charset="0"/>
              </a:rPr>
              <a:t>Sprint 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552" y="1628800"/>
            <a:ext cx="7060565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1400">
                <a:latin typeface="Calibri"/>
                <a:ea typeface="Calibri"/>
                <a:cs typeface="Calibri"/>
              </a:rPr>
              <a:t>Velocity Sprint 1:	61</a:t>
            </a:r>
          </a:p>
          <a:p>
            <a:r>
              <a:rPr lang="de-DE" sz="1400">
                <a:latin typeface="Calibri"/>
                <a:ea typeface="Calibri"/>
                <a:cs typeface="Calibri"/>
              </a:rPr>
              <a:t>Velocity Sprint 2:	65</a:t>
            </a:r>
          </a:p>
          <a:p>
            <a:r>
              <a:rPr lang="de-DE" sz="1400">
                <a:latin typeface="Calibri"/>
                <a:ea typeface="Calibri"/>
                <a:cs typeface="Calibri"/>
              </a:rPr>
              <a:t>Velocity Sprint 3:	70</a:t>
            </a:r>
          </a:p>
          <a:p>
            <a:r>
              <a:rPr lang="de-DE" sz="1400">
                <a:latin typeface="Calibri"/>
                <a:ea typeface="Calibri"/>
                <a:cs typeface="Calibri"/>
              </a:rPr>
              <a:t>Velocity Sprint 1-n:	65,3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5</a:t>
            </a:fld>
            <a:endParaRPr lang="de-AT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AB5CA1AE-92B2-CEC7-3A55-2AE2F8EA1513}"/>
              </a:ext>
              <a:ext uri="{147F2762-F138-4A5C-976F-8EAC2B608ADB}">
                <a16:predDERef xmlns:a16="http://schemas.microsoft.com/office/drawing/2014/main" pred="{B2AF9E64-547F-ACC7-F033-8065BA025A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2206325"/>
              </p:ext>
            </p:extLst>
          </p:nvPr>
        </p:nvGraphicFramePr>
        <p:xfrm>
          <a:off x="2253771" y="2735890"/>
          <a:ext cx="4634036" cy="324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</p:spPr>
        <p:txBody>
          <a:bodyPr anchor="ctr">
            <a:normAutofit/>
          </a:bodyPr>
          <a:lstStyle/>
          <a:p>
            <a:r>
              <a:rPr lang="de-DE" altLang="en-US"/>
              <a:t>Sprint Aufgaben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smtClean="0"/>
              <a:pPr>
                <a:spcAft>
                  <a:spcPts val="600"/>
                </a:spcAft>
                <a:defRPr/>
              </a:pPr>
              <a:t>6</a:t>
            </a:fld>
            <a:endParaRPr lang="de-AT"/>
          </a:p>
        </p:txBody>
      </p:sp>
      <p:graphicFrame>
        <p:nvGraphicFramePr>
          <p:cNvPr id="12" name="TextBox 4">
            <a:extLst>
              <a:ext uri="{FF2B5EF4-FFF2-40B4-BE49-F238E27FC236}">
                <a16:creationId xmlns:a16="http://schemas.microsoft.com/office/drawing/2014/main" id="{C95C0872-C4A8-5365-E54B-E93176C043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3071995"/>
              </p:ext>
            </p:extLst>
          </p:nvPr>
        </p:nvGraphicFramePr>
        <p:xfrm>
          <a:off x="663621" y="1628062"/>
          <a:ext cx="8240047" cy="4620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6BEAA-9DBD-3C9F-5A9B-0E7E5C7C8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Next </a:t>
            </a:r>
            <a:r>
              <a:rPr lang="de-AT" err="1"/>
              <a:t>Steps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AA49B0-7914-7593-24F5-A9D7BD6DE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AT"/>
              <a:t>Kartografie Mapping </a:t>
            </a:r>
          </a:p>
          <a:p>
            <a:pPr lvl="1"/>
            <a:r>
              <a:rPr lang="de-AT"/>
              <a:t>Algorithmus für die Fahrt</a:t>
            </a:r>
          </a:p>
          <a:p>
            <a:pPr lvl="1"/>
            <a:r>
              <a:rPr lang="de-AT"/>
              <a:t>Speichern der Ereignisse </a:t>
            </a:r>
            <a:r>
              <a:rPr lang="de-AT" err="1"/>
              <a:t>zb</a:t>
            </a:r>
            <a:r>
              <a:rPr lang="de-AT"/>
              <a:t>. Wand</a:t>
            </a:r>
          </a:p>
          <a:p>
            <a:r>
              <a:rPr lang="de-AT"/>
              <a:t>Multiconnection</a:t>
            </a:r>
          </a:p>
          <a:p>
            <a:r>
              <a:rPr lang="de-AT"/>
              <a:t>Fehler beheben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55101D-B10D-5A1C-4417-4EBF5693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5384396-CF3A-5395-4450-EA3752B0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4666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9CB628-C254-E8DB-E239-D312A019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231336-FBF7-669B-4E31-358737C4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AT" sz="3200"/>
              <a:t>Vielen Dank für eure Aufmerksamkeit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845A6A8-9603-8923-9CBE-9F52DB783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12B5D5-8D98-F7DB-2C8D-5AF1E324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3746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1FD76AC810CD946AFF2048135E5AED8" ma:contentTypeVersion="4" ma:contentTypeDescription="Ein neues Dokument erstellen." ma:contentTypeScope="" ma:versionID="f1a1cd72032fc8609ea7c3f0b5cd8b51">
  <xsd:schema xmlns:xsd="http://www.w3.org/2001/XMLSchema" xmlns:xs="http://www.w3.org/2001/XMLSchema" xmlns:p="http://schemas.microsoft.com/office/2006/metadata/properties" xmlns:ns2="e330c3bd-b73b-44bd-ae32-0c4bdfdcab8e" targetNamespace="http://schemas.microsoft.com/office/2006/metadata/properties" ma:root="true" ma:fieldsID="a8427e112a34e63d5c426854409c5fee" ns2:_="">
    <xsd:import namespace="e330c3bd-b73b-44bd-ae32-0c4bdfdcab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30c3bd-b73b-44bd-ae32-0c4bdfdcab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B628B2-85F5-4AD2-9E28-9130197E5E7C}">
  <ds:schemaRefs>
    <ds:schemaRef ds:uri="e330c3bd-b73b-44bd-ae32-0c4bdfdcab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354EFAF-31A0-41ED-A74D-DAE704B6C081}">
  <ds:schemaRefs>
    <ds:schemaRef ds:uri="e330c3bd-b73b-44bd-ae32-0c4bdfdcab8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981A0EB-802E-4D0E-9A2A-3AE4F15204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On-screen Show (4:3)</PresentationFormat>
  <Slides>8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Sprint Review - Sprint 3</vt:lpstr>
      <vt:lpstr>Sprint Ziele</vt:lpstr>
      <vt:lpstr>Sprint Review</vt:lpstr>
      <vt:lpstr>Sprint Burndown-Chart</vt:lpstr>
      <vt:lpstr>Sprint Velocity</vt:lpstr>
      <vt:lpstr>Sprint Aufgaben</vt:lpstr>
      <vt:lpstr>Next Steps</vt:lpstr>
      <vt:lpstr>Ende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Mag. (FH) Wolfgang Mayrhofer</dc:title>
  <dc:creator>Wolfgang</dc:creator>
  <cp:revision>1</cp:revision>
  <cp:lastPrinted>2023-02-02T13:47:16Z</cp:lastPrinted>
  <dcterms:created xsi:type="dcterms:W3CDTF">2023-02-02T13:47:16Z</dcterms:created>
  <dcterms:modified xsi:type="dcterms:W3CDTF">2025-04-24T06:15:12Z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1033-11.1.0.11664</vt:lpwstr>
  </property>
  <property fmtid="{D5CDD505-2E9C-101B-9397-08002B2CF9AE}" pid="3" name="ICV">
    <vt:lpwstr/>
  </property>
  <property fmtid="{D5CDD505-2E9C-101B-9397-08002B2CF9AE}" pid="4" name="ContentTypeId">
    <vt:lpwstr>0x01010091FD76AC810CD946AFF2048135E5AED8</vt:lpwstr>
  </property>
</Properties>
</file>