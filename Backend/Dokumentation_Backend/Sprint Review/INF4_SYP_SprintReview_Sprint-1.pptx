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3E0F7-5B58-4AA5-8569-11CB465E9586}" v="2" dt="2025-03-13T06:47:29.802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80"/>
      </p:cViewPr>
      <p:guideLst>
        <p:guide orient="horz" pos="2136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83E0F7-5B58-4AA5-8569-11CB465E9586}"/>
    <pc:docChg chg="modSld">
      <pc:chgData name="Hafner Florian" userId="S::florian.hafner@htl-saalfelden.at::b48d43ab-bf96-491b-90f5-9683a08bc007" providerId="AD" clId="Web-{8783E0F7-5B58-4AA5-8569-11CB465E9586}" dt="2025-03-13T06:47:29.802" v="1" actId="20577"/>
      <pc:docMkLst>
        <pc:docMk/>
      </pc:docMkLst>
      <pc:sldChg chg="modSp">
        <pc:chgData name="Hafner Florian" userId="S::florian.hafner@htl-saalfelden.at::b48d43ab-bf96-491b-90f5-9683a08bc007" providerId="AD" clId="Web-{8783E0F7-5B58-4AA5-8569-11CB465E9586}" dt="2025-03-13T06:47:29.802" v="1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83E0F7-5B58-4AA5-8569-11CB465E9586}" dt="2025-03-13T06:47:29.802" v="1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  <pc:graphicFrameChg chg="mod">
          <ac:chgData name="Hafner Florian" userId="b48d43ab-bf96-491b-90f5-9683a08bc007" providerId="ADAL" clId="{901A7DE7-C3A0-42E1-952C-F33FFBCD57BF}" dt="2025-02-19T07:40:24.197" v="16" actId="20577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3:33.211" v="45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2:15.168" v="35" actId="1076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6:43:58.120" v="41" actId="26606"/>
          <ac:spMkLst>
            <pc:docMk/>
            <pc:sldMk cId="0" sldId="367"/>
            <ac:spMk id="3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01:02.746" v="99" actId="478"/>
          <ac:spMkLst>
            <pc:docMk/>
            <pc:sldMk cId="0" sldId="367"/>
            <ac:spMk id="14" creationId="{38CF0D63-AC53-864B-9DF4-EAD2701211EA}"/>
          </ac:spMkLst>
        </pc:spChg>
        <pc:spChg chg="add del mod">
          <ac:chgData name="Eder Jonas" userId="fa0059ff-45ff-44a0-8b68-1ddf442034b8" providerId="ADAL" clId="{D8FD4985-04C8-4C9E-AFB6-99AEB90335B6}" dt="2025-02-19T06:44:04.382" v="44" actId="478"/>
          <ac:spMkLst>
            <pc:docMk/>
            <pc:sldMk cId="0" sldId="367"/>
            <ac:spMk id="15" creationId="{1DC1C5DB-4A38-BB58-0E8F-79F04337BBE8}"/>
          </ac:spMkLst>
        </pc:spChg>
        <pc:spChg chg="add del mod">
          <ac:chgData name="Eder Jonas" userId="fa0059ff-45ff-44a0-8b68-1ddf442034b8" providerId="ADAL" clId="{D8FD4985-04C8-4C9E-AFB6-99AEB90335B6}" dt="2025-02-19T06:43:23.480" v="28" actId="26606"/>
          <ac:spMkLst>
            <pc:docMk/>
            <pc:sldMk cId="0" sldId="367"/>
            <ac:spMk id="16" creationId="{766621FF-66EE-10B7-63C9-40B8D0E6A5B0}"/>
          </ac:spMkLst>
        </pc:spChg>
        <pc:spChg chg="add del mod">
          <ac:chgData name="Eder Jonas" userId="fa0059ff-45ff-44a0-8b68-1ddf442034b8" providerId="ADAL" clId="{D8FD4985-04C8-4C9E-AFB6-99AEB90335B6}" dt="2025-02-19T06:44:06.391" v="45" actId="478"/>
          <ac:spMkLst>
            <pc:docMk/>
            <pc:sldMk cId="0" sldId="367"/>
            <ac:spMk id="17" creationId="{FA7DFF72-7552-8672-CB50-38C19136A41F}"/>
          </ac:spMkLst>
        </pc:spChg>
        <pc:graphicFrameChg chg="add del mod modGraphic">
          <ac:chgData name="Eder Jonas" userId="fa0059ff-45ff-44a0-8b68-1ddf442034b8" providerId="ADAL" clId="{D8FD4985-04C8-4C9E-AFB6-99AEB90335B6}" dt="2025-02-19T06:43:26.805" v="35" actId="26606"/>
          <ac:graphicFrameMkLst>
            <pc:docMk/>
            <pc:sldMk cId="0" sldId="367"/>
            <ac:graphicFrameMk id="11" creationId="{934FFFEC-A987-0025-8F26-041E4CF7FD5E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13.082" v="296" actId="26606"/>
          <ac:spMkLst>
            <pc:docMk/>
            <pc:sldMk cId="0" sldId="583"/>
            <ac:spMk id="5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17" creationId="{7F100B72-4AEC-88EF-23A0-F21A812E9641}"/>
          </ac:spMkLst>
        </pc:spChg>
        <pc:graphicFrameChg chg="add del">
          <ac:chgData name="Eder Jonas" userId="fa0059ff-45ff-44a0-8b68-1ddf442034b8" providerId="ADAL" clId="{D8FD4985-04C8-4C9E-AFB6-99AEB90335B6}" dt="2025-02-19T07:10:08.677" v="295" actId="26606"/>
          <ac:graphicFrameMkLst>
            <pc:docMk/>
            <pc:sldMk cId="0" sldId="583"/>
            <ac:graphicFrameMk id="11" creationId="{A847ED53-6636-CD73-5091-0AAF175287FA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  <pc:spChg chg="del">
          <ac:chgData name="Eder Jonas" userId="fa0059ff-45ff-44a0-8b68-1ddf442034b8" providerId="ADAL" clId="{D8FD4985-04C8-4C9E-AFB6-99AEB90335B6}" dt="2025-02-19T06:48:25.652" v="50" actId="22"/>
          <ac:spMkLst>
            <pc:docMk/>
            <pc:sldMk cId="16265146" sldId="585"/>
            <ac:spMk id="3" creationId="{38C237FC-5BF4-ADCC-C9A6-BB455EDC62E3}"/>
          </ac:spMkLst>
        </pc:spChg>
        <pc:picChg chg="add mod ord">
          <ac:chgData name="Eder Jonas" userId="fa0059ff-45ff-44a0-8b68-1ddf442034b8" providerId="ADAL" clId="{D8FD4985-04C8-4C9E-AFB6-99AEB90335B6}" dt="2025-02-19T06:48:45.846" v="54" actId="1076"/>
          <ac:picMkLst>
            <pc:docMk/>
            <pc:sldMk cId="16265146" sldId="585"/>
            <ac:picMk id="7" creationId="{22DA95B4-FB9A-92E9-89AF-F5E3A2219227}"/>
          </ac:picMkLst>
        </pc:picChg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  <pc:spChg chg="mod">
          <ac:chgData name="Eder Jonas" userId="fa0059ff-45ff-44a0-8b68-1ddf442034b8" providerId="ADAL" clId="{D8FD4985-04C8-4C9E-AFB6-99AEB90335B6}" dt="2025-02-19T06:56:38.403" v="87" actId="20577"/>
          <ac:spMkLst>
            <pc:docMk/>
            <pc:sldMk cId="3497108193" sldId="585"/>
            <ac:spMk id="2" creationId="{92238284-E380-C270-CD4F-5CE6958170EC}"/>
          </ac:spMkLst>
        </pc:spChg>
        <pc:spChg chg="mod">
          <ac:chgData name="Eder Jonas" userId="fa0059ff-45ff-44a0-8b68-1ddf442034b8" providerId="ADAL" clId="{D8FD4985-04C8-4C9E-AFB6-99AEB90335B6}" dt="2025-02-19T06:56:37.065" v="84" actId="20577"/>
          <ac:spMkLst>
            <pc:docMk/>
            <pc:sldMk cId="3497108193" sldId="585"/>
            <ac:spMk id="3" creationId="{DC73F28C-29D4-4807-83AB-2F74CE10591A}"/>
          </ac:spMkLst>
        </pc:spChg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4160221174719564"/>
          <c:y val="0.17585700377474509"/>
          <c:w val="0.82506463126671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Tabelle1!$B$12:$B$17</c:f>
              <c:numCache>
                <c:formatCode>General</c:formatCode>
                <c:ptCount val="6"/>
                <c:pt idx="0">
                  <c:v>61</c:v>
                </c:pt>
                <c:pt idx="1">
                  <c:v>49</c:v>
                </c:pt>
                <c:pt idx="2">
                  <c:v>37</c:v>
                </c:pt>
                <c:pt idx="3">
                  <c:v>24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9E-4BAC-944A-7ACC2213397B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Tabelle1!$C$12:$C$17</c:f>
              <c:numCache>
                <c:formatCode>General</c:formatCode>
                <c:ptCount val="6"/>
                <c:pt idx="0">
                  <c:v>61</c:v>
                </c:pt>
                <c:pt idx="1">
                  <c:v>40</c:v>
                </c:pt>
                <c:pt idx="2">
                  <c:v>30</c:v>
                </c:pt>
                <c:pt idx="3">
                  <c:v>15</c:v>
                </c:pt>
                <c:pt idx="4">
                  <c:v>5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9E-4BAC-944A-7ACC2213397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</a:t>
                </a:r>
                <a:r>
                  <a:rPr lang="de-DE" err="1"/>
                  <a:t>the</a:t>
                </a:r>
                <a:r>
                  <a:rPr lang="de-DE"/>
                  <a:t>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Tabelle1!$A$22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4-410F-B188-1E2F2C376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Statische Internet Verbindung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Befehle über Internetverbindung senden</a:t>
          </a:r>
          <a:endParaRPr lang="en-US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C8D3D4BD-7038-4969-BAE6-33C6085B5F7E}">
      <dgm:prSet/>
      <dgm:spPr/>
      <dgm:t>
        <a:bodyPr/>
        <a:lstStyle/>
        <a:p>
          <a:r>
            <a:rPr lang="de-DE"/>
            <a:t>Erfolgreiche ausführung der Befehle</a:t>
          </a:r>
          <a:endParaRPr lang="en-US"/>
        </a:p>
      </dgm:t>
    </dgm:pt>
    <dgm:pt modelId="{B73EBC74-2FE7-46A4-B4AD-AB1EE8F1627F}" type="parTrans" cxnId="{D5E1D1CA-D0C1-467F-9BFE-A62E6C33040C}">
      <dgm:prSet/>
      <dgm:spPr/>
      <dgm:t>
        <a:bodyPr/>
        <a:lstStyle/>
        <a:p>
          <a:endParaRPr lang="en-US"/>
        </a:p>
      </dgm:t>
    </dgm:pt>
    <dgm:pt modelId="{CCE93B28-5804-4D4F-8407-155F4686528B}" type="sibTrans" cxnId="{D5E1D1CA-D0C1-467F-9BFE-A62E6C33040C}">
      <dgm:prSet/>
      <dgm:spPr/>
      <dgm:t>
        <a:bodyPr/>
        <a:lstStyle/>
        <a:p>
          <a:endParaRPr lang="en-US"/>
        </a:p>
      </dgm:t>
    </dgm:pt>
    <dgm:pt modelId="{8A7DD6EF-CB22-4632-A0EF-2C8B0441506A}">
      <dgm:prSet/>
      <dgm:spPr/>
      <dgm:t>
        <a:bodyPr/>
        <a:lstStyle/>
        <a:p>
          <a:r>
            <a:rPr lang="de-DE"/>
            <a:t>Verwendung eines zweiten Cyberpi‘s als Controller über Mbot Broadcast</a:t>
          </a:r>
          <a:endParaRPr lang="en-US"/>
        </a:p>
      </dgm:t>
    </dgm:pt>
    <dgm:pt modelId="{E9BE24C9-D107-4992-A139-C4CF8BCEEFC8}" type="parTrans" cxnId="{B940236E-2B05-4307-B56B-13DF5E20B601}">
      <dgm:prSet/>
      <dgm:spPr/>
      <dgm:t>
        <a:bodyPr/>
        <a:lstStyle/>
        <a:p>
          <a:endParaRPr lang="en-US"/>
        </a:p>
      </dgm:t>
    </dgm:pt>
    <dgm:pt modelId="{6B3AFABA-A3E5-417A-8A97-938AB1DD357D}" type="sibTrans" cxnId="{B940236E-2B05-4307-B56B-13DF5E20B601}">
      <dgm:prSet/>
      <dgm:spPr/>
      <dgm:t>
        <a:bodyPr/>
        <a:lstStyle/>
        <a:p>
          <a:endParaRPr lang="en-US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A0F402-A480-410B-9D86-F41F4DFF4F86}" type="pres">
      <dgm:prSet presAssocID="{5C5BC8C5-948C-44FD-B956-47BCC701B3EE}" presName="spacer" presStyleCnt="0"/>
      <dgm:spPr/>
    </dgm:pt>
    <dgm:pt modelId="{C59D184E-0A5A-4624-AA4A-C785DC6AF5C6}" type="pres">
      <dgm:prSet presAssocID="{C8D3D4BD-7038-4969-BAE6-33C6085B5F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202E10-91DA-431C-8912-FA2B477293DD}" type="pres">
      <dgm:prSet presAssocID="{CCE93B28-5804-4D4F-8407-155F4686528B}" presName="spacer" presStyleCnt="0"/>
      <dgm:spPr/>
    </dgm:pt>
    <dgm:pt modelId="{7122DFB1-F73B-4AEE-BDBB-0CA7C6B450BF}" type="pres">
      <dgm:prSet presAssocID="{8A7DD6EF-CB22-4632-A0EF-2C8B044150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C57B6820-DD96-48F5-969A-AAEE436260CB}" type="presOf" srcId="{C8D3D4BD-7038-4969-BAE6-33C6085B5F7E}" destId="{C59D184E-0A5A-4624-AA4A-C785DC6AF5C6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B940236E-2B05-4307-B56B-13DF5E20B601}" srcId="{BB7C6A23-C0DB-4FFF-8DD6-233C8C15DC79}" destId="{8A7DD6EF-CB22-4632-A0EF-2C8B0441506A}" srcOrd="3" destOrd="0" parTransId="{E9BE24C9-D107-4992-A139-C4CF8BCEEFC8}" sibTransId="{6B3AFABA-A3E5-417A-8A97-938AB1DD357D}"/>
    <dgm:cxn modelId="{B6629576-E8E5-41E4-B617-6BE0FA326726}" type="presOf" srcId="{8A7DD6EF-CB22-4632-A0EF-2C8B0441506A}" destId="{7122DFB1-F73B-4AEE-BDBB-0CA7C6B450BF}" srcOrd="0" destOrd="0" presId="urn:microsoft.com/office/officeart/2005/8/layout/vList2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D5E1D1CA-D0C1-467F-9BFE-A62E6C33040C}" srcId="{BB7C6A23-C0DB-4FFF-8DD6-233C8C15DC79}" destId="{C8D3D4BD-7038-4969-BAE6-33C6085B5F7E}" srcOrd="2" destOrd="0" parTransId="{B73EBC74-2FE7-46A4-B4AD-AB1EE8F1627F}" sibTransId="{CCE93B28-5804-4D4F-8407-155F4686528B}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6CA0258C-FB4B-4BCF-B293-4BBEDDE222AC}" type="presParOf" srcId="{7A1EB467-E5D2-4AA9-ABCF-90EFCCAFBB51}" destId="{6BA0F402-A480-410B-9D86-F41F4DFF4F86}" srcOrd="3" destOrd="0" presId="urn:microsoft.com/office/officeart/2005/8/layout/vList2"/>
    <dgm:cxn modelId="{74EA53F0-0B5D-4D0E-9EA8-268BCEE1C7C0}" type="presParOf" srcId="{7A1EB467-E5D2-4AA9-ABCF-90EFCCAFBB51}" destId="{C59D184E-0A5A-4624-AA4A-C785DC6AF5C6}" srcOrd="4" destOrd="0" presId="urn:microsoft.com/office/officeart/2005/8/layout/vList2"/>
    <dgm:cxn modelId="{80D6BBE1-C4A9-40B6-98B7-453874385C97}" type="presParOf" srcId="{7A1EB467-E5D2-4AA9-ABCF-90EFCCAFBB51}" destId="{74202E10-91DA-431C-8912-FA2B477293DD}" srcOrd="5" destOrd="0" presId="urn:microsoft.com/office/officeart/2005/8/layout/vList2"/>
    <dgm:cxn modelId="{3A174B01-1E74-4433-A63F-B3061E600EF0}" type="presParOf" srcId="{7A1EB467-E5D2-4AA9-ABCF-90EFCCAFBB51}" destId="{7122DFB1-F73B-4AEE-BDBB-0CA7C6B450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Jonas:</a:t>
          </a:r>
          <a:endParaRPr lang="en-US" sz="1800" dirty="0"/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Netzwerkanbindung</a:t>
          </a:r>
          <a:endParaRPr lang="en-US" sz="1800"/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5161FDF7-6350-4710-A211-B528BC4278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LED Steuerung</a:t>
          </a:r>
          <a:endParaRPr lang="en-US" sz="1800"/>
        </a:p>
      </dgm:t>
    </dgm:pt>
    <dgm:pt modelId="{91F6F0AF-ABD5-4B8F-9844-9B01A09BBADA}" type="parTrans" cxnId="{BA68E92A-0596-450E-9A6E-F0B81F9F2C87}">
      <dgm:prSet/>
      <dgm:spPr/>
      <dgm:t>
        <a:bodyPr/>
        <a:lstStyle/>
        <a:p>
          <a:endParaRPr lang="en-US"/>
        </a:p>
      </dgm:t>
    </dgm:pt>
    <dgm:pt modelId="{AEF7CE72-1DEF-4230-A441-E2307CA0B2EB}" type="sibTrans" cxnId="{BA68E92A-0596-450E-9A6E-F0B81F9F2C87}">
      <dgm:prSet/>
      <dgm:spPr/>
      <dgm:t>
        <a:bodyPr/>
        <a:lstStyle/>
        <a:p>
          <a:endParaRPr lang="en-US"/>
        </a:p>
      </dgm:t>
    </dgm:pt>
    <dgm:pt modelId="{6309CF29-6725-4993-96F9-356F53A41F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Testen</a:t>
          </a:r>
          <a:endParaRPr lang="en-US" sz="1800"/>
        </a:p>
      </dgm:t>
    </dgm:pt>
    <dgm:pt modelId="{ABF0B304-873E-4C4D-AEB9-CC5640334A98}" type="parTrans" cxnId="{9B889A8C-E773-4DD2-8D83-D146B812060E}">
      <dgm:prSet/>
      <dgm:spPr/>
      <dgm:t>
        <a:bodyPr/>
        <a:lstStyle/>
        <a:p>
          <a:endParaRPr lang="en-US"/>
        </a:p>
      </dgm:t>
    </dgm:pt>
    <dgm:pt modelId="{A078C55A-8C83-4D34-9A52-C444EFC14BF0}" type="sibTrans" cxnId="{9B889A8C-E773-4DD2-8D83-D146B812060E}">
      <dgm:prSet/>
      <dgm:spPr/>
      <dgm:t>
        <a:bodyPr/>
        <a:lstStyle/>
        <a:p>
          <a:endParaRPr lang="en-US"/>
        </a:p>
      </dgm:t>
    </dgm:pt>
    <dgm:pt modelId="{07B454D5-1411-4196-A8BA-F6CDA82B78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API Erstellung für nächsten Sprint </a:t>
          </a:r>
          <a:endParaRPr lang="en-US" sz="1800"/>
        </a:p>
      </dgm:t>
    </dgm:pt>
    <dgm:pt modelId="{7A171CEE-8C2D-4EB3-98C8-11A2964CF283}" type="parTrans" cxnId="{69FBA77D-D203-4B3D-BE55-FD18454100D6}">
      <dgm:prSet/>
      <dgm:spPr/>
      <dgm:t>
        <a:bodyPr/>
        <a:lstStyle/>
        <a:p>
          <a:endParaRPr lang="en-US"/>
        </a:p>
      </dgm:t>
    </dgm:pt>
    <dgm:pt modelId="{BCC8897C-1FFF-4BD7-A5F0-7E99E80CB5CA}" type="sibTrans" cxnId="{69FBA77D-D203-4B3D-BE55-FD18454100D6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Florian:</a:t>
          </a:r>
          <a:endParaRPr lang="en-US" sz="1800" dirty="0"/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Netzwerkanbindung</a:t>
          </a:r>
          <a:endParaRPr lang="en-US" sz="1800"/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1D52F3E-7090-4DCD-84AC-CC14812E18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LED Steuerung</a:t>
          </a:r>
          <a:endParaRPr lang="en-US" sz="1800"/>
        </a:p>
      </dgm:t>
    </dgm:pt>
    <dgm:pt modelId="{B3EA8B04-032E-4D22-8C1E-75C3562CE0AD}" type="parTrans" cxnId="{939D3113-ED9E-4764-821B-0DBE878950D0}">
      <dgm:prSet/>
      <dgm:spPr/>
      <dgm:t>
        <a:bodyPr/>
        <a:lstStyle/>
        <a:p>
          <a:endParaRPr lang="en-US"/>
        </a:p>
      </dgm:t>
    </dgm:pt>
    <dgm:pt modelId="{318F978B-1B3E-4BEF-90D4-0B013B5EFC09}" type="sibTrans" cxnId="{939D3113-ED9E-4764-821B-0DBE878950D0}">
      <dgm:prSet/>
      <dgm:spPr/>
      <dgm:t>
        <a:bodyPr/>
        <a:lstStyle/>
        <a:p>
          <a:endParaRPr lang="en-US"/>
        </a:p>
      </dgm:t>
    </dgm:pt>
    <dgm:pt modelId="{137A876A-B7A5-4DAB-BD00-4A6AE372F70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/>
            <a:t>Cyberpi</a:t>
          </a:r>
          <a:endParaRPr lang="en-US" sz="1800"/>
        </a:p>
      </dgm:t>
    </dgm:pt>
    <dgm:pt modelId="{12246D7F-1B49-41A6-8F51-6BAED98B0032}" type="parTrans" cxnId="{3435D281-F796-4ECE-ACD5-2433A3B07B62}">
      <dgm:prSet/>
      <dgm:spPr/>
      <dgm:t>
        <a:bodyPr/>
        <a:lstStyle/>
        <a:p>
          <a:endParaRPr lang="en-US"/>
        </a:p>
      </dgm:t>
    </dgm:pt>
    <dgm:pt modelId="{4F139552-50DE-4078-9D15-F7BE085F9A1D}" type="sibTrans" cxnId="{3435D281-F796-4ECE-ACD5-2433A3B07B62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Befehlausführung</a:t>
          </a:r>
          <a:endParaRPr lang="en-US" sz="1800"/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F0A9A192-0C9F-44BE-9712-E42AA2946F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Testen</a:t>
          </a:r>
          <a:endParaRPr lang="en-US" sz="1800"/>
        </a:p>
      </dgm:t>
    </dgm:pt>
    <dgm:pt modelId="{C9B09A30-2392-4119-B007-F38B547C2B73}" type="parTrans" cxnId="{C8A35C6B-89E5-4A8C-98D8-81E3B7FF8ADD}">
      <dgm:prSet/>
      <dgm:spPr/>
      <dgm:t>
        <a:bodyPr/>
        <a:lstStyle/>
        <a:p>
          <a:endParaRPr lang="en-US"/>
        </a:p>
      </dgm:t>
    </dgm:pt>
    <dgm:pt modelId="{5A23A54E-F6CC-4266-901E-B7F9FBE5A312}" type="sibTrans" cxnId="{C8A35C6B-89E5-4A8C-98D8-81E3B7FF8ADD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Sprint Review</a:t>
          </a:r>
          <a:endParaRPr lang="en-US" sz="1800"/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Philip:</a:t>
          </a:r>
          <a:endParaRPr lang="en-US" sz="1800" dirty="0"/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DA1BB62C-96B9-4DA5-A211-FF769A3562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/>
            <a:t>Cyberpi</a:t>
          </a:r>
          <a:endParaRPr lang="de-DE" sz="1800"/>
        </a:p>
        <a:p>
          <a:pPr>
            <a:lnSpc>
              <a:spcPct val="100000"/>
            </a:lnSpc>
          </a:pPr>
          <a:r>
            <a:rPr lang="de-DE" sz="1800" err="1"/>
            <a:t>Befehlausführung</a:t>
          </a:r>
          <a:endParaRPr lang="de-DE" sz="1800"/>
        </a:p>
      </dgm:t>
    </dgm:pt>
    <dgm:pt modelId="{E911FBAD-29C4-4B74-BFC5-85F288F952E0}" type="sibTrans" cxnId="{0C26C6EF-0151-4206-B2D1-7D9B2DD3F54E}">
      <dgm:prSet/>
      <dgm:spPr/>
      <dgm:t>
        <a:bodyPr/>
        <a:lstStyle/>
        <a:p>
          <a:endParaRPr lang="en-US"/>
        </a:p>
      </dgm:t>
    </dgm:pt>
    <dgm:pt modelId="{68C5E541-18EE-4595-A959-8B0AA46CBDCE}" type="parTrans" cxnId="{0C26C6EF-0151-4206-B2D1-7D9B2DD3F54E}">
      <dgm:prSet/>
      <dgm:spPr/>
      <dgm:t>
        <a:bodyPr/>
        <a:lstStyle/>
        <a:p>
          <a:endParaRPr lang="en-US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19932" custLinFactNeighborY="-572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5680" custLinFactNeighborY="-62016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LinFactNeighborX="2692" custLinFactNeighborY="11567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2731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11274" custLinFactNeighborY="-55602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LinFactNeighborX="541" custLinFactNeighborY="8717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Y="-2900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1965" custLinFactNeighborY="-97370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939D3113-ED9E-4764-821B-0DBE878950D0}" srcId="{8BD8BDB5-461B-4B57-85EE-74F76467EC92}" destId="{F1D52F3E-7090-4DCD-84AC-CC14812E1880}" srcOrd="1" destOrd="0" parTransId="{B3EA8B04-032E-4D22-8C1E-75C3562CE0AD}" sibTransId="{318F978B-1B3E-4BEF-90D4-0B013B5EFC09}"/>
    <dgm:cxn modelId="{AFD1E714-2012-4055-A333-88BD681BCF0F}" type="presOf" srcId="{07B454D5-1411-4196-A8BA-F6CDA82B78A1}" destId="{47BB8071-44DA-46A4-AA9E-6FD7C4B231BA}" srcOrd="0" destOrd="3" presId="urn:microsoft.com/office/officeart/2018/5/layout/CenteredIconLabelDescriptionList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E19C5925-DFBC-4A6C-B2B2-76A504EB8DE8}" type="presOf" srcId="{F1D52F3E-7090-4DCD-84AC-CC14812E1880}" destId="{B13BCD90-4678-4EBA-865E-438DC96EF2AB}" srcOrd="0" destOrd="1" presId="urn:microsoft.com/office/officeart/2018/5/layout/CenteredIconLabelDescriptionList"/>
    <dgm:cxn modelId="{BA68E92A-0596-450E-9A6E-F0B81F9F2C87}" srcId="{4E1C5CFB-05FB-47E2-94C5-885EF49E2772}" destId="{5161FDF7-6350-4710-A211-B528BC427858}" srcOrd="1" destOrd="0" parTransId="{91F6F0AF-ABD5-4B8F-9844-9B01A09BBADA}" sibTransId="{AEF7CE72-1DEF-4230-A441-E2307CA0B2EB}"/>
    <dgm:cxn modelId="{42E79F3B-A057-46B5-8ECF-0E7C115B4024}" type="presOf" srcId="{6309CF29-6725-4993-96F9-356F53A41F8A}" destId="{47BB8071-44DA-46A4-AA9E-6FD7C4B231BA}" srcOrd="0" destOrd="2" presId="urn:microsoft.com/office/officeart/2018/5/layout/CenteredIconLabelDescriptionList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06C24C5C-F0D5-493C-91E4-C2A5AF80BFD3}" type="presOf" srcId="{6656E50A-8245-40D0-8048-FF539F679C43}" destId="{5FE12465-6107-4411-87A9-4EBB3F01AD4A}" srcOrd="0" destOrd="1" presId="urn:microsoft.com/office/officeart/2018/5/layout/CenteredIconLabelDescriptionList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A86C5243-508D-4EA2-B9B5-DA1FA9B1C983}" type="presOf" srcId="{DA1BB62C-96B9-4DA5-A211-FF769A3562DE}" destId="{5FE12465-6107-4411-87A9-4EBB3F01AD4A}" srcOrd="0" destOrd="0" presId="urn:microsoft.com/office/officeart/2018/5/layout/CenteredIconLabelDescriptionList"/>
    <dgm:cxn modelId="{C8A35C6B-89E5-4A8C-98D8-81E3B7FF8ADD}" srcId="{8BD8BDB5-461B-4B57-85EE-74F76467EC92}" destId="{F0A9A192-0C9F-44BE-9712-E42AA2946F81}" srcOrd="4" destOrd="0" parTransId="{C9B09A30-2392-4119-B007-F38B547C2B73}" sibTransId="{5A23A54E-F6CC-4266-901E-B7F9FBE5A312}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D452024E-DF71-475E-A52F-280233B72117}" type="presOf" srcId="{137A876A-B7A5-4DAB-BD00-4A6AE372F708}" destId="{B13BCD90-4678-4EBA-865E-438DC96EF2AB}" srcOrd="0" destOrd="2" presId="urn:microsoft.com/office/officeart/2018/5/layout/CenteredIconLabelDescriptionList"/>
    <dgm:cxn modelId="{DF828255-5D01-4817-B860-7FEB3E2B9C2F}" type="presOf" srcId="{F7D05F1C-0AF0-45F9-8367-4664BD75FE94}" destId="{B13BCD90-4678-4EBA-865E-438DC96EF2AB}" srcOrd="0" destOrd="3" presId="urn:microsoft.com/office/officeart/2018/5/layout/CenteredIconLabelDescriptionList"/>
    <dgm:cxn modelId="{28E7797C-8183-4758-B2E7-DF0B2864D7FB}" type="presOf" srcId="{5161FDF7-6350-4710-A211-B528BC427858}" destId="{47BB8071-44DA-46A4-AA9E-6FD7C4B231BA}" srcOrd="0" destOrd="1" presId="urn:microsoft.com/office/officeart/2018/5/layout/CenteredIconLabelDescriptionList"/>
    <dgm:cxn modelId="{69FBA77D-D203-4B3D-BE55-FD18454100D6}" srcId="{4E1C5CFB-05FB-47E2-94C5-885EF49E2772}" destId="{07B454D5-1411-4196-A8BA-F6CDA82B78A1}" srcOrd="3" destOrd="0" parTransId="{7A171CEE-8C2D-4EB3-98C8-11A2964CF283}" sibTransId="{BCC8897C-1FFF-4BD7-A5F0-7E99E80CB5CA}"/>
    <dgm:cxn modelId="{3435D281-F796-4ECE-ACD5-2433A3B07B62}" srcId="{8BD8BDB5-461B-4B57-85EE-74F76467EC92}" destId="{137A876A-B7A5-4DAB-BD00-4A6AE372F708}" srcOrd="2" destOrd="0" parTransId="{12246D7F-1B49-41A6-8F51-6BAED98B0032}" sibTransId="{4F139552-50DE-4078-9D15-F7BE085F9A1D}"/>
    <dgm:cxn modelId="{20B75985-4F71-47CD-B6FE-201BC43E8788}" type="presOf" srcId="{9F8F3651-59E9-4269-AFE0-09022F2641E5}" destId="{B13BCD90-4678-4EBA-865E-438DC96EF2AB}" srcOrd="0" destOrd="0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F1347D8B-917D-4DDC-83FE-95722F935A60}" type="presOf" srcId="{F0A9A192-0C9F-44BE-9712-E42AA2946F81}" destId="{B13BCD90-4678-4EBA-865E-438DC96EF2AB}" srcOrd="0" destOrd="4" presId="urn:microsoft.com/office/officeart/2018/5/layout/CenteredIconLabelDescriptionList"/>
    <dgm:cxn modelId="{9B889A8C-E773-4DD2-8D83-D146B812060E}" srcId="{4E1C5CFB-05FB-47E2-94C5-885EF49E2772}" destId="{6309CF29-6725-4993-96F9-356F53A41F8A}" srcOrd="2" destOrd="0" parTransId="{ABF0B304-873E-4C4D-AEB9-CC5640334A98}" sibTransId="{A078C55A-8C83-4D34-9A52-C444EFC14BF0}"/>
    <dgm:cxn modelId="{71A26494-15C8-495B-B7BE-F09DA84ED95D}" type="presOf" srcId="{225B702D-0461-481B-8A21-EF156FA3F4D3}" destId="{AA980E9A-FE33-4A78-A5B7-689120A83397}" srcOrd="0" destOrd="0" presId="urn:microsoft.com/office/officeart/2018/5/layout/CenteredIconLabelDescriptionList"/>
    <dgm:cxn modelId="{739E1E9F-078A-4012-A38C-7321FC180B31}" type="presOf" srcId="{29C6B8EC-1BEC-41BC-8E41-B7B6D0F68DE0}" destId="{47BB8071-44DA-46A4-AA9E-6FD7C4B231BA}" srcOrd="0" destOrd="0" presId="urn:microsoft.com/office/officeart/2018/5/layout/CenteredIconLabelDescriptionList"/>
    <dgm:cxn modelId="{C9284DAD-0ACB-4F22-8060-FEB29D6FF90B}" srcId="{8BD8BDB5-461B-4B57-85EE-74F76467EC92}" destId="{F7D05F1C-0AF0-45F9-8367-4664BD75FE94}" srcOrd="3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1" destOrd="0" parTransId="{97A55B63-379D-4750-A6A3-CED82489C531}" sibTransId="{9DC6CBA7-80D4-43D0-B12B-15CC408EE58E}"/>
    <dgm:cxn modelId="{7EEEA9D6-A81D-4218-8789-F05EE68150A7}" type="presOf" srcId="{4E1C5CFB-05FB-47E2-94C5-885EF49E2772}" destId="{A0E51B95-A5C1-4F87-A480-660CAFBC6880}" srcOrd="0" destOrd="0" presId="urn:microsoft.com/office/officeart/2018/5/layout/CenteredIconLabelDescriptionList"/>
    <dgm:cxn modelId="{0C26C6EF-0151-4206-B2D1-7D9B2DD3F54E}" srcId="{225B702D-0461-481B-8A21-EF156FA3F4D3}" destId="{DA1BB62C-96B9-4DA5-A211-FF769A3562DE}" srcOrd="0" destOrd="0" parTransId="{68C5E541-18EE-4595-A959-8B0AA46CBDCE}" sibTransId="{E911FBAD-29C4-4B74-BFC5-85F288F952E0}"/>
    <dgm:cxn modelId="{1F96D1F4-9071-4871-A235-2CE60DDBD8DB}" type="presOf" srcId="{8BD8BDB5-461B-4B57-85EE-74F76467EC92}" destId="{8AC032CC-0475-4FEA-9D21-A4442CA5E9BC}" srcOrd="0" destOrd="0" presId="urn:microsoft.com/office/officeart/2018/5/layout/CenteredIconLabelDescriptionList"/>
    <dgm:cxn modelId="{5250CBF4-7CCC-4D89-8D29-9AEEE7981F22}" type="presParOf" srcId="{F28676FF-2711-49D3-ADA1-9CDD135E1ED1}" destId="{AF9C9CEB-9E1E-4285-B587-82FB02F3E936}" srcOrd="0" destOrd="0" presId="urn:microsoft.com/office/officeart/2018/5/layout/CenteredIconLabelDescriptionList"/>
    <dgm:cxn modelId="{6293163F-6F73-4A08-B9BF-3B178DCD8F09}" type="presParOf" srcId="{AF9C9CEB-9E1E-4285-B587-82FB02F3E936}" destId="{C17225F5-0448-4158-B3C5-BE5385D9D5C9}" srcOrd="0" destOrd="0" presId="urn:microsoft.com/office/officeart/2018/5/layout/CenteredIconLabelDescriptionList"/>
    <dgm:cxn modelId="{9483F247-C159-47E1-8E88-25DE3ABEB167}" type="presParOf" srcId="{AF9C9CEB-9E1E-4285-B587-82FB02F3E936}" destId="{9FE1B098-1101-4032-9BFF-36ACB2F0A2C7}" srcOrd="1" destOrd="0" presId="urn:microsoft.com/office/officeart/2018/5/layout/CenteredIconLabelDescriptionList"/>
    <dgm:cxn modelId="{13AD4F7F-6DF7-4612-ADC6-CFBCA951BC63}" type="presParOf" srcId="{AF9C9CEB-9E1E-4285-B587-82FB02F3E936}" destId="{A0E51B95-A5C1-4F87-A480-660CAFBC6880}" srcOrd="2" destOrd="0" presId="urn:microsoft.com/office/officeart/2018/5/layout/CenteredIconLabelDescriptionList"/>
    <dgm:cxn modelId="{3B1DA545-33ED-4A93-86DE-85A1CAEAE2DD}" type="presParOf" srcId="{AF9C9CEB-9E1E-4285-B587-82FB02F3E936}" destId="{F7DC7FF2-76FA-4ACE-B539-EE1EB17541AF}" srcOrd="3" destOrd="0" presId="urn:microsoft.com/office/officeart/2018/5/layout/CenteredIconLabelDescriptionList"/>
    <dgm:cxn modelId="{179DC56B-6A53-41B6-93E4-D72AD3FFA22F}" type="presParOf" srcId="{AF9C9CEB-9E1E-4285-B587-82FB02F3E936}" destId="{47BB8071-44DA-46A4-AA9E-6FD7C4B231BA}" srcOrd="4" destOrd="0" presId="urn:microsoft.com/office/officeart/2018/5/layout/CenteredIconLabelDescriptionList"/>
    <dgm:cxn modelId="{9AAA8AF6-FA83-41B5-826F-044BB7B007E2}" type="presParOf" srcId="{F28676FF-2711-49D3-ADA1-9CDD135E1ED1}" destId="{AAB2CB4A-1873-4CC0-8EF8-CBD9DE6EB4BF}" srcOrd="1" destOrd="0" presId="urn:microsoft.com/office/officeart/2018/5/layout/CenteredIconLabelDescriptionList"/>
    <dgm:cxn modelId="{97B90FC4-136D-4B99-875A-CA05DB9E0986}" type="presParOf" srcId="{F28676FF-2711-49D3-ADA1-9CDD135E1ED1}" destId="{583C0E49-3A53-4B18-84B6-A61C2FE43F15}" srcOrd="2" destOrd="0" presId="urn:microsoft.com/office/officeart/2018/5/layout/CenteredIconLabelDescriptionList"/>
    <dgm:cxn modelId="{ECC52EBB-2988-4970-9E21-75156573DCCD}" type="presParOf" srcId="{583C0E49-3A53-4B18-84B6-A61C2FE43F15}" destId="{E2838515-3417-4EEB-B2E4-B090C7B3E23D}" srcOrd="0" destOrd="0" presId="urn:microsoft.com/office/officeart/2018/5/layout/CenteredIconLabelDescriptionList"/>
    <dgm:cxn modelId="{EE55183C-654B-4526-8117-D0B21D7F25FF}" type="presParOf" srcId="{583C0E49-3A53-4B18-84B6-A61C2FE43F15}" destId="{A66B2CC8-937A-44E3-97E4-A8548689FA2D}" srcOrd="1" destOrd="0" presId="urn:microsoft.com/office/officeart/2018/5/layout/CenteredIconLabelDescriptionList"/>
    <dgm:cxn modelId="{FF6BA395-1EE0-486C-B0D1-A7DD56DED0AF}" type="presParOf" srcId="{583C0E49-3A53-4B18-84B6-A61C2FE43F15}" destId="{8AC032CC-0475-4FEA-9D21-A4442CA5E9BC}" srcOrd="2" destOrd="0" presId="urn:microsoft.com/office/officeart/2018/5/layout/CenteredIconLabelDescriptionList"/>
    <dgm:cxn modelId="{6F1252BA-EE2C-40F6-90A8-BD0CF7926F69}" type="presParOf" srcId="{583C0E49-3A53-4B18-84B6-A61C2FE43F15}" destId="{C978531F-219F-4B64-AACB-08F8559A99CC}" srcOrd="3" destOrd="0" presId="urn:microsoft.com/office/officeart/2018/5/layout/CenteredIconLabelDescriptionList"/>
    <dgm:cxn modelId="{908FC865-050A-4EFB-A269-A748C7988AE0}" type="presParOf" srcId="{583C0E49-3A53-4B18-84B6-A61C2FE43F15}" destId="{B13BCD90-4678-4EBA-865E-438DC96EF2AB}" srcOrd="4" destOrd="0" presId="urn:microsoft.com/office/officeart/2018/5/layout/CenteredIconLabelDescriptionList"/>
    <dgm:cxn modelId="{34C8CA3A-CAE7-479C-BB72-6E7CB25AFF48}" type="presParOf" srcId="{F28676FF-2711-49D3-ADA1-9CDD135E1ED1}" destId="{BA45A3B1-8F58-42D6-BD67-3E6AC6268543}" srcOrd="3" destOrd="0" presId="urn:microsoft.com/office/officeart/2018/5/layout/CenteredIconLabelDescriptionList"/>
    <dgm:cxn modelId="{5AC6C1DB-CB47-4EE8-90DA-BB373D38362C}" type="presParOf" srcId="{F28676FF-2711-49D3-ADA1-9CDD135E1ED1}" destId="{CE62A58F-7531-4EAE-B9BD-9B91A6D1EF96}" srcOrd="4" destOrd="0" presId="urn:microsoft.com/office/officeart/2018/5/layout/CenteredIconLabelDescriptionList"/>
    <dgm:cxn modelId="{2FAB45A9-492D-4C9A-8896-FD75B8382131}" type="presParOf" srcId="{CE62A58F-7531-4EAE-B9BD-9B91A6D1EF96}" destId="{93F2219F-7259-4575-BBF0-68B421623D7F}" srcOrd="0" destOrd="0" presId="urn:microsoft.com/office/officeart/2018/5/layout/CenteredIconLabelDescriptionList"/>
    <dgm:cxn modelId="{792FF84F-4465-4C42-BA2D-BD2A1B152877}" type="presParOf" srcId="{CE62A58F-7531-4EAE-B9BD-9B91A6D1EF96}" destId="{40FD589A-1C92-44F1-A6AB-234E4EBA6CCD}" srcOrd="1" destOrd="0" presId="urn:microsoft.com/office/officeart/2018/5/layout/CenteredIconLabelDescriptionList"/>
    <dgm:cxn modelId="{E459F091-4251-47F8-B95E-FA1D0128A6ED}" type="presParOf" srcId="{CE62A58F-7531-4EAE-B9BD-9B91A6D1EF96}" destId="{AA980E9A-FE33-4A78-A5B7-689120A83397}" srcOrd="2" destOrd="0" presId="urn:microsoft.com/office/officeart/2018/5/layout/CenteredIconLabelDescriptionList"/>
    <dgm:cxn modelId="{14DBA9BD-3318-4969-9942-D9634F1C820B}" type="presParOf" srcId="{CE62A58F-7531-4EAE-B9BD-9B91A6D1EF96}" destId="{E75E2FD0-A5B9-4E0A-B8FE-80A0E8BF13A8}" srcOrd="3" destOrd="0" presId="urn:microsoft.com/office/officeart/2018/5/layout/CenteredIconLabelDescriptionList"/>
    <dgm:cxn modelId="{A9ED5826-F214-454B-B0FC-6D8BEA05059D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48287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Statische Internet Verbindung</a:t>
          </a:r>
          <a:endParaRPr lang="en-US" sz="2700" kern="1200"/>
        </a:p>
      </dsp:txBody>
      <dsp:txXfrm>
        <a:off x="52359" y="100646"/>
        <a:ext cx="7781982" cy="967861"/>
      </dsp:txXfrm>
    </dsp:sp>
    <dsp:sp modelId="{6E88EC39-FC2F-40DF-B771-7A4851DDF840}">
      <dsp:nvSpPr>
        <dsp:cNvPr id="0" name=""/>
        <dsp:cNvSpPr/>
      </dsp:nvSpPr>
      <dsp:spPr>
        <a:xfrm>
          <a:off x="0" y="1198626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Befehle über Internetverbindung senden</a:t>
          </a:r>
          <a:endParaRPr lang="en-US" sz="2700" kern="1200"/>
        </a:p>
      </dsp:txBody>
      <dsp:txXfrm>
        <a:off x="52359" y="1250985"/>
        <a:ext cx="7781982" cy="967861"/>
      </dsp:txXfrm>
    </dsp:sp>
    <dsp:sp modelId="{C59D184E-0A5A-4624-AA4A-C785DC6AF5C6}">
      <dsp:nvSpPr>
        <dsp:cNvPr id="0" name=""/>
        <dsp:cNvSpPr/>
      </dsp:nvSpPr>
      <dsp:spPr>
        <a:xfrm>
          <a:off x="0" y="2348965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Erfolgreiche ausführung der Befehle</a:t>
          </a:r>
          <a:endParaRPr lang="en-US" sz="2700" kern="1200"/>
        </a:p>
      </dsp:txBody>
      <dsp:txXfrm>
        <a:off x="52359" y="2401324"/>
        <a:ext cx="7781982" cy="967861"/>
      </dsp:txXfrm>
    </dsp:sp>
    <dsp:sp modelId="{7122DFB1-F73B-4AEE-BDBB-0CA7C6B450BF}">
      <dsp:nvSpPr>
        <dsp:cNvPr id="0" name=""/>
        <dsp:cNvSpPr/>
      </dsp:nvSpPr>
      <dsp:spPr>
        <a:xfrm>
          <a:off x="0" y="3499304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Verwendung eines zweiten Cyberpi‘s als Controller über Mbot Broadcast</a:t>
          </a:r>
          <a:endParaRPr lang="en-US" sz="2700" kern="1200"/>
        </a:p>
      </dsp:txBody>
      <dsp:txXfrm>
        <a:off x="52359" y="3551663"/>
        <a:ext cx="7781982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818002" y="1179198"/>
          <a:ext cx="669704" cy="669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220935" y="1798621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Jonas:</a:t>
          </a:r>
          <a:endParaRPr lang="en-US" sz="1800" kern="1200" dirty="0"/>
        </a:p>
      </dsp:txBody>
      <dsp:txXfrm>
        <a:off x="220935" y="1798621"/>
        <a:ext cx="1913442" cy="287016"/>
      </dsp:txXfrm>
    </dsp:sp>
    <dsp:sp modelId="{47BB8071-44DA-46A4-AA9E-6FD7C4B231BA}">
      <dsp:nvSpPr>
        <dsp:cNvPr id="0" name=""/>
        <dsp:cNvSpPr/>
      </dsp:nvSpPr>
      <dsp:spPr>
        <a:xfrm>
          <a:off x="58465" y="2338356"/>
          <a:ext cx="2558769" cy="120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Netzwerkanbindung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LED Steuerung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Testen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API Erstellung für nächsten Sprint </a:t>
          </a:r>
          <a:endParaRPr lang="en-US" sz="1800" kern="1200"/>
        </a:p>
      </dsp:txBody>
      <dsp:txXfrm>
        <a:off x="58465" y="2338356"/>
        <a:ext cx="2558769" cy="1203511"/>
      </dsp:txXfrm>
    </dsp:sp>
    <dsp:sp modelId="{E2838515-3417-4EEB-B2E4-B090C7B3E23D}">
      <dsp:nvSpPr>
        <dsp:cNvPr id="0" name=""/>
        <dsp:cNvSpPr/>
      </dsp:nvSpPr>
      <dsp:spPr>
        <a:xfrm>
          <a:off x="3761972" y="1140255"/>
          <a:ext cx="669704" cy="669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107305" y="1817030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Florian:</a:t>
          </a:r>
          <a:endParaRPr lang="en-US" sz="1800" kern="1200" dirty="0"/>
        </a:p>
      </dsp:txBody>
      <dsp:txXfrm>
        <a:off x="3107305" y="1817030"/>
        <a:ext cx="1913442" cy="287016"/>
      </dsp:txXfrm>
    </dsp:sp>
    <dsp:sp modelId="{B13BCD90-4678-4EBA-865E-438DC96EF2AB}">
      <dsp:nvSpPr>
        <dsp:cNvPr id="0" name=""/>
        <dsp:cNvSpPr/>
      </dsp:nvSpPr>
      <dsp:spPr>
        <a:xfrm>
          <a:off x="2910929" y="2304056"/>
          <a:ext cx="2758341" cy="120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Netzwerkanbindung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LED Steuerung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Cyberpi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Befehlausführung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Testen</a:t>
          </a:r>
          <a:endParaRPr lang="en-US" sz="1800" kern="1200"/>
        </a:p>
      </dsp:txBody>
      <dsp:txXfrm>
        <a:off x="2910929" y="2304056"/>
        <a:ext cx="2758341" cy="1203511"/>
      </dsp:txXfrm>
    </dsp:sp>
    <dsp:sp modelId="{93F2219F-7259-4575-BBF0-68B421623D7F}">
      <dsp:nvSpPr>
        <dsp:cNvPr id="0" name=""/>
        <dsp:cNvSpPr/>
      </dsp:nvSpPr>
      <dsp:spPr>
        <a:xfrm>
          <a:off x="6778579" y="1064677"/>
          <a:ext cx="669704" cy="669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119111" y="1738582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Philip:</a:t>
          </a:r>
          <a:endParaRPr lang="en-US" sz="1800" kern="1200" dirty="0"/>
        </a:p>
      </dsp:txBody>
      <dsp:txXfrm>
        <a:off x="6119111" y="1738582"/>
        <a:ext cx="1913442" cy="287016"/>
      </dsp:txXfrm>
    </dsp:sp>
    <dsp:sp modelId="{5FE12465-6107-4411-87A9-4EBB3F01AD4A}">
      <dsp:nvSpPr>
        <dsp:cNvPr id="0" name=""/>
        <dsp:cNvSpPr/>
      </dsp:nvSpPr>
      <dsp:spPr>
        <a:xfrm>
          <a:off x="5993771" y="2323446"/>
          <a:ext cx="2239320" cy="103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Cyberpi</a:t>
          </a:r>
          <a:endParaRPr lang="de-DE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Befehlausführung</a:t>
          </a:r>
          <a:endParaRPr lang="de-DE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Sprint Review</a:t>
          </a:r>
          <a:endParaRPr lang="en-US" sz="1800" kern="1200"/>
        </a:p>
      </dsp:txBody>
      <dsp:txXfrm>
        <a:off x="5993771" y="2323446"/>
        <a:ext cx="2239320" cy="1037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12.03.2025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Review - Sprint 1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1 (23.01 - 06.02)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384183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1.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037205210"/>
              </p:ext>
            </p:extLst>
          </p:nvPr>
        </p:nvGraphicFramePr>
        <p:xfrm>
          <a:off x="683895" y="2132965"/>
          <a:ext cx="7688946" cy="330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Internet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 the </a:t>
                      </a:r>
                      <a:r>
                        <a:rPr lang="en-US" err="1"/>
                        <a:t>Mbot</a:t>
                      </a:r>
                      <a:r>
                        <a:rPr lang="en-US"/>
                        <a:t> establish a static Internet connection. If a connection has been established the IP should be shown for 5 seconds on the display.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 panose="020F0502020204030204" charset="0"/>
                        </a:rPr>
                        <a:t>Receiving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Hafner, Eder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Orders to the </a:t>
                      </a:r>
                      <a:r>
                        <a:rPr lang="en-US" err="1"/>
                        <a:t>Mbot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 panose="020F0502020204030204" charset="0"/>
                        </a:rPr>
                        <a:t>Executing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Eder, Ellmauthaler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Correctly Executing the </a:t>
                      </a:r>
                      <a:r>
                        <a:rPr lang="en-US" err="1"/>
                        <a:t>sended</a:t>
                      </a:r>
                      <a:r>
                        <a:rPr lang="en-US"/>
                        <a:t> Commands in simple commands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Joystick Steering </a:t>
                      </a:r>
                      <a:r>
                        <a:rPr lang="de-DE" altLang="en-US" err="1">
                          <a:latin typeface="Calibri" panose="020F0502020204030204" charset="0"/>
                        </a:rPr>
                        <a:t>Cyber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Hafner, Ellmauthaler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broadcast from another cyber Pi so that the </a:t>
                      </a:r>
                      <a:r>
                        <a:rPr lang="en-US" err="1"/>
                        <a:t>Mbot</a:t>
                      </a:r>
                      <a:r>
                        <a:rPr lang="en-US"/>
                        <a:t> moves via its Joystick Inputs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61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 noProof="0"/>
              <a:t>:	61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	  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163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04340"/>
              </p:ext>
            </p:extLst>
          </p:nvPr>
        </p:nvGraphicFramePr>
        <p:xfrm>
          <a:off x="323528" y="1825625"/>
          <a:ext cx="453650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--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AB5CA1AE-92B2-CEC7-3A55-2AE2F8EA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273500"/>
              </p:ext>
            </p:extLst>
          </p:nvPr>
        </p:nvGraphicFramePr>
        <p:xfrm>
          <a:off x="2222377" y="2852936"/>
          <a:ext cx="4699246" cy="3306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 dirty="0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224022"/>
              </p:ext>
            </p:extLst>
          </p:nvPr>
        </p:nvGraphicFramePr>
        <p:xfrm>
          <a:off x="628649" y="155679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API </a:t>
            </a:r>
          </a:p>
          <a:p>
            <a:pPr lvl="1"/>
            <a:r>
              <a:rPr lang="de-AT"/>
              <a:t>Einfache Befehle ausführen(empfangen, senden)</a:t>
            </a:r>
          </a:p>
          <a:p>
            <a:pPr lvl="1"/>
            <a:r>
              <a:rPr lang="de-AT"/>
              <a:t>LED steuern über API</a:t>
            </a:r>
          </a:p>
          <a:p>
            <a:pPr lvl="1"/>
            <a:r>
              <a:rPr lang="de-AT"/>
              <a:t>Sensor Daten an Frontend übergeben</a:t>
            </a:r>
          </a:p>
          <a:p>
            <a:pPr lvl="1"/>
            <a:r>
              <a:rPr lang="de-AT"/>
              <a:t>Endpoints für die nächsten Sprints</a:t>
            </a:r>
          </a:p>
          <a:p>
            <a:pPr lvl="2"/>
            <a:r>
              <a:rPr lang="de-AT"/>
              <a:t>Gefahrenen Weg speichern &amp; wiedergeben (nachfahren)</a:t>
            </a:r>
          </a:p>
          <a:p>
            <a:pPr lvl="2"/>
            <a:r>
              <a:rPr lang="de-AT" err="1"/>
              <a:t>Map</a:t>
            </a:r>
            <a:endParaRPr lang="de-AT"/>
          </a:p>
          <a:p>
            <a:pPr lvl="2"/>
            <a:endParaRPr lang="de-AT"/>
          </a:p>
          <a:p>
            <a:r>
              <a:rPr lang="de-AT"/>
              <a:t>Tracks</a:t>
            </a:r>
          </a:p>
          <a:p>
            <a:endParaRPr lang="de-AT"/>
          </a:p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Bildschirmpräsentation (4:3)</PresentationFormat>
  <Paragraphs>96</Paragraphs>
  <Slides>8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9" baseType="lpstr">
      <vt:lpstr>Office Theme</vt:lpstr>
      <vt:lpstr>Sprint Review - Sprint 1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lastModifiedBy>Hafner Florian</cp:lastModifiedBy>
  <cp:revision>3</cp:revision>
  <cp:lastPrinted>2023-02-02T13:47:16Z</cp:lastPrinted>
  <dcterms:created xsi:type="dcterms:W3CDTF">2023-02-02T13:47:16Z</dcterms:created>
  <dcterms:modified xsi:type="dcterms:W3CDTF">2025-03-13T06:47:36Z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