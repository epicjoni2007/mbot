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svg" ContentType="image/svg+xml"/>
  <Default Extension="xml" ContentType="application/xml"/>
  <Override PartName="/ppt/presentation.xml" ContentType="application/vnd.openxmlformats-officedocument.presentationml.presentation.main+xml"/>
  <Override PartName="/customXml/itemProps1.xml" ContentType="application/vnd.openxmlformats-officedocument.customXmlProperties+xml"/>
  <Override PartName="/customXml/itemProps2.xml" ContentType="application/vnd.openxmlformats-officedocument.customXmlProperties+xml"/>
  <Override PartName="/customXml/itemProps3.xml" ContentType="application/vnd.openxmlformats-officedocument.customXmlProperties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notesMasters/notesMaster1.xml" ContentType="application/vnd.openxmlformats-officedocument.presentationml.notesMaster+xml"/>
  <Override PartName="/ppt/handoutMasters/handoutMaster1.xml" ContentType="application/vnd.openxmlformats-officedocument.presentationml.handout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slideLayouts/slideLayout13.xml" ContentType="application/vnd.openxmlformats-officedocument.presentationml.slideLayout+xml"/>
  <Override PartName="/ppt/slideLayouts/slideLayout14.xml" ContentType="application/vnd.openxmlformats-officedocument.presentationml.slideLayout+xml"/>
  <Override PartName="/ppt/slideLayouts/slideLayout15.xml" ContentType="application/vnd.openxmlformats-officedocument.presentationml.slideLayout+xml"/>
  <Override PartName="/ppt/theme/theme2.xml" ContentType="application/vnd.openxmlformats-officedocument.theme+xml"/>
  <Override PartName="/ppt/theme/theme3.xml" ContentType="application/vnd.openxmlformats-officedocument.theme+xml"/>
  <Override PartName="/ppt/diagrams/data1.xml" ContentType="application/vnd.openxmlformats-officedocument.drawingml.diagramData+xml"/>
  <Override PartName="/ppt/diagrams/layout1.xml" ContentType="application/vnd.openxmlformats-officedocument.drawingml.diagramLayout+xml"/>
  <Override PartName="/ppt/diagrams/quickStyle1.xml" ContentType="application/vnd.openxmlformats-officedocument.drawingml.diagramStyle+xml"/>
  <Override PartName="/ppt/diagrams/colors1.xml" ContentType="application/vnd.openxmlformats-officedocument.drawingml.diagramColors+xml"/>
  <Override PartName="/ppt/diagrams/drawing1.xml" ContentType="application/vnd.ms-office.drawingml.diagramDrawing+xml"/>
  <Override PartName="/ppt/notesSlides/notesSlide1.xml" ContentType="application/vnd.openxmlformats-officedocument.presentationml.notesSlide+xml"/>
  <Override PartName="/ppt/charts/chart1.xml" ContentType="application/vnd.openxmlformats-officedocument.drawingml.chart+xml"/>
  <Override PartName="/ppt/charts/style1.xml" ContentType="application/vnd.ms-office.chartstyle+xml"/>
  <Override PartName="/ppt/charts/colors1.xml" ContentType="application/vnd.ms-office.chartcolorstyle+xml"/>
  <Override PartName="/ppt/charts/chart2.xml" ContentType="application/vnd.openxmlformats-officedocument.drawingml.chart+xml"/>
  <Override PartName="/ppt/charts/style2.xml" ContentType="application/vnd.ms-office.chartstyle+xml"/>
  <Override PartName="/ppt/charts/colors2.xml" ContentType="application/vnd.ms-office.chartcolorstyle+xml"/>
  <Override PartName="/ppt/diagrams/data2.xml" ContentType="application/vnd.openxmlformats-officedocument.drawingml.diagramData+xml"/>
  <Override PartName="/ppt/diagrams/layout2.xml" ContentType="application/vnd.openxmlformats-officedocument.drawingml.diagramLayout+xml"/>
  <Override PartName="/ppt/diagrams/quickStyle2.xml" ContentType="application/vnd.openxmlformats-officedocument.drawingml.diagramStyle+xml"/>
  <Override PartName="/ppt/diagrams/colors2.xml" ContentType="application/vnd.openxmlformats-officedocument.drawingml.diagramColors+xml"/>
  <Override PartName="/ppt/diagrams/drawing2.xml" ContentType="application/vnd.ms-office.drawingml.diagramDrawing+xml"/>
  <Override PartName="/ppt/changesInfos/changesInfo1.xml" ContentType="application/vnd.ms-powerpoint.changesinfo+xml"/>
  <Override PartName="/ppt/revisionInfo.xml" ContentType="application/vnd.ms-powerpoint.revisioninfo+xml"/>
  <Override PartName="/docProps/core.xml" ContentType="application/vnd.openxmlformats-package.core-properties+xml"/>
  <Override PartName="/docProps/app.xml" ContentType="application/vnd.openxmlformats-officedocument.extended-properties+xml"/>
  <Override PartName="/docProps/custom.xml" ContentType="application/vnd.openxmlformats-officedocument.custom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5" Type="http://schemas.openxmlformats.org/officeDocument/2006/relationships/custom-properties" Target="docProps/custom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howSpecialPlsOnTitleSld="0">
  <p:sldMasterIdLst>
    <p:sldMasterId id="2147483648" r:id="rId4"/>
  </p:sldMasterIdLst>
  <p:notesMasterIdLst>
    <p:notesMasterId r:id="rId13"/>
  </p:notesMasterIdLst>
  <p:handoutMasterIdLst>
    <p:handoutMasterId r:id="rId14"/>
  </p:handoutMasterIdLst>
  <p:sldIdLst>
    <p:sldId id="361" r:id="rId5"/>
    <p:sldId id="367" r:id="rId6"/>
    <p:sldId id="582" r:id="rId7"/>
    <p:sldId id="570" r:id="rId8"/>
    <p:sldId id="584" r:id="rId9"/>
    <p:sldId id="583" r:id="rId10"/>
    <p:sldId id="585" r:id="rId11"/>
    <p:sldId id="586" r:id="rId12"/>
  </p:sldIdLst>
  <p:sldSz cx="9144000" cy="6858000" type="screen4x3"/>
  <p:notesSz cx="7099300" cy="10234613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136">
          <p15:clr>
            <a:srgbClr val="A4A3A4"/>
          </p15:clr>
        </p15:guide>
        <p15:guide id="2" pos="2961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revisionInfo.xml><?xml version="1.0" encoding="utf-8"?>
<p1510:revInfo xmlns:a="http://schemas.openxmlformats.org/drawingml/2006/main" xmlns:r="http://schemas.openxmlformats.org/officeDocument/2006/relationships" xmlns:p1510="http://schemas.microsoft.com/office/powerpoint/2015/10/main">
  <p1510:revLst>
    <p1510:client id="{2096CD9A-CB93-4C37-BDB0-7214AECFEACA}" v="2" dt="2025-03-13T07:22:41.555"/>
    <p1510:client id="{800D0512-F401-4A63-8242-2FEBC4EC206F}" v="2" dt="2025-03-13T06:52:55.023"/>
    <p1510:client id="{862652BE-893D-44DE-806B-E00C76E1AA9A}" v="19" dt="2025-03-12T09:20:49.628"/>
    <p1510:client id="{8761454B-95FA-477F-9E57-737290389E02}" v="3" dt="2025-03-13T06:46:12.243"/>
    <p1510:client id="{9324234C-2BB1-4587-9708-87AE894F543A}" v="254" dt="2025-03-13T07:25:17.912"/>
    <p1510:client id="{F5189588-8648-473B-BB22-DDD7B89C69A0}" v="257" dt="2025-03-13T07:24:21.666"/>
  </p1510:revLst>
</p1510:revInfo>
</file>

<file path=ppt/tableStyles.xml><?xml version="1.0" encoding="utf-8"?>
<a:tblStyleLst xmlns:a="http://schemas.openxmlformats.org/drawingml/2006/main" def="{5C22544A-7EE6-4342-B048-85BDC9FD1C3A}">
  <a:tblStyle styleId="{125E5076-3810-47DD-B79F-674D7AD40C01}" styleName="深色样式 1 - 强调 1">
    <a:wholeTbl>
      <a:tcTxStyle>
        <a:fontRef idx="minor">
          <a:scrgbClr r="0" g="0" b="0"/>
        </a:fontRef>
        <a:schemeClr val="lt1"/>
      </a:tcTxStyle>
      <a:tcStyle>
        <a:tcBdr>
          <a:left>
            <a:ln>
              <a:noFill/>
            </a:ln>
          </a:left>
          <a:right>
            <a:ln>
              <a:noFill/>
            </a:ln>
          </a:right>
          <a:top>
            <a:ln>
              <a:noFill/>
            </a:ln>
          </a:top>
          <a:bottom>
            <a:ln>
              <a:noFill/>
            </a:ln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solidFill>
            <a:schemeClr val="accent1"/>
          </a:solidFill>
        </a:fill>
      </a:tcStyle>
    </a:wholeTbl>
    <a:band1H>
      <a:tcStyle>
        <a:tcBdr/>
        <a:fill>
          <a:solidFill>
            <a:schemeClr val="accent1">
              <a:shade val="60000"/>
            </a:schemeClr>
          </a:solidFill>
        </a:fill>
      </a:tcStyle>
    </a:band1H>
    <a:band1V>
      <a:tcStyle>
        <a:tcBdr/>
        <a:fill>
          <a:solidFill>
            <a:schemeClr val="accent1">
              <a:shade val="60000"/>
            </a:schemeClr>
          </a:solidFill>
        </a:fill>
      </a:tcStyle>
    </a:band1V>
    <a:lastCol>
      <a:tcTxStyle b="on"/>
      <a:tcStyle>
        <a:tcBdr>
          <a:left>
            <a:ln w="25400" cmpd="sng">
              <a:solidFill>
                <a:schemeClr val="lt1"/>
              </a:solidFill>
            </a:ln>
          </a:left>
        </a:tcBdr>
        <a:fill>
          <a:solidFill>
            <a:schemeClr val="accent1">
              <a:shade val="60000"/>
            </a:schemeClr>
          </a:solidFill>
        </a:fill>
      </a:tcStyle>
    </a:lastCol>
    <a:firstCol>
      <a:tcTxStyle b="on"/>
      <a:tcStyle>
        <a:tcBdr>
          <a:right>
            <a:ln w="25400" cmpd="sng">
              <a:solidFill>
                <a:schemeClr val="lt1"/>
              </a:solidFill>
            </a:ln>
          </a:right>
        </a:tcBdr>
        <a:fill>
          <a:solidFill>
            <a:schemeClr val="accent1">
              <a:shade val="60000"/>
            </a:schemeClr>
          </a:solidFill>
        </a:fill>
      </a:tcStyle>
    </a:firstCol>
    <a:lastRow>
      <a:tcTxStyle b="on"/>
      <a:tcStyle>
        <a:tcBdr>
          <a:top>
            <a:ln w="25400" cmpd="sng">
              <a:solidFill>
                <a:schemeClr val="lt1"/>
              </a:solidFill>
            </a:ln>
          </a:top>
        </a:tcBdr>
        <a:fill>
          <a:solidFill>
            <a:schemeClr val="accent1">
              <a:shade val="40000"/>
            </a:schemeClr>
          </a:solidFill>
        </a:fill>
      </a:tcStyle>
    </a:lastRow>
    <a:seCell>
      <a:tcStyle>
        <a:tcBdr>
          <a:left>
            <a:ln>
              <a:noFill/>
            </a:ln>
          </a:left>
        </a:tcBdr>
      </a:tcStyle>
    </a:seCell>
    <a:swCell>
      <a:tcStyle>
        <a:tcBdr>
          <a:right>
            <a:ln>
              <a:noFill/>
            </a:ln>
          </a:right>
        </a:tcBdr>
      </a:tcStyle>
    </a:swCell>
    <a:firstRow>
      <a:tcTxStyle b="on"/>
      <a:tcStyle>
        <a:tcBdr>
          <a:bottom>
            <a:ln w="25400" cmpd="sng">
              <a:solidFill>
                <a:schemeClr val="lt1"/>
              </a:solidFill>
            </a:ln>
          </a:bottom>
        </a:tcBdr>
        <a:fill>
          <a:solidFill>
            <a:schemeClr val="dk1"/>
          </a:solidFill>
        </a:fill>
      </a:tcStyle>
    </a:firstRow>
    <a:neCell>
      <a:tcStyle>
        <a:tcBdr>
          <a:left>
            <a:ln>
              <a:noFill/>
            </a:ln>
          </a:left>
        </a:tcBdr>
      </a:tcStyle>
    </a:neCell>
    <a:nwCell>
      <a:tcStyle>
        <a:tcBdr>
          <a:right>
            <a:ln>
              <a:noFill/>
            </a:ln>
          </a:right>
        </a:tcBdr>
      </a:tcStyle>
    </a:nwCell>
  </a:tblStyle>
  <a:tblStyle styleId="{5C22544A-7EE6-4342-B048-85BDC9FD1C3A}" styleName="中度样式 2 - 强调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>
      <p:cViewPr varScale="1">
        <p:scale>
          <a:sx n="78" d="100"/>
          <a:sy n="78" d="100"/>
        </p:scale>
        <p:origin x="1594" y="62"/>
      </p:cViewPr>
      <p:guideLst>
        <p:guide orient="horz" pos="2136"/>
        <p:guide pos="2961"/>
      </p:guideLst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4.xml"/><Relationship Id="rId13" Type="http://schemas.openxmlformats.org/officeDocument/2006/relationships/notesMaster" Target="notesMasters/notesMaster1.xml"/><Relationship Id="rId18" Type="http://schemas.openxmlformats.org/officeDocument/2006/relationships/tableStyles" Target="tableStyles.xml"/><Relationship Id="rId3" Type="http://schemas.openxmlformats.org/officeDocument/2006/relationships/customXml" Target="../customXml/item3.xml"/><Relationship Id="rId7" Type="http://schemas.openxmlformats.org/officeDocument/2006/relationships/slide" Target="slides/slide3.xml"/><Relationship Id="rId12" Type="http://schemas.openxmlformats.org/officeDocument/2006/relationships/slide" Target="slides/slide8.xml"/><Relationship Id="rId17" Type="http://schemas.openxmlformats.org/officeDocument/2006/relationships/theme" Target="theme/theme1.xml"/><Relationship Id="rId2" Type="http://schemas.openxmlformats.org/officeDocument/2006/relationships/customXml" Target="../customXml/item2.xml"/><Relationship Id="rId16" Type="http://schemas.openxmlformats.org/officeDocument/2006/relationships/viewProps" Target="viewProps.xml"/><Relationship Id="rId20" Type="http://schemas.microsoft.com/office/2015/10/relationships/revisionInfo" Target="revisionInfo.xml"/><Relationship Id="rId1" Type="http://schemas.openxmlformats.org/officeDocument/2006/relationships/customXml" Target="../customXml/item1.xml"/><Relationship Id="rId6" Type="http://schemas.openxmlformats.org/officeDocument/2006/relationships/slide" Target="slides/slide2.xml"/><Relationship Id="rId11" Type="http://schemas.openxmlformats.org/officeDocument/2006/relationships/slide" Target="slides/slide7.xml"/><Relationship Id="rId5" Type="http://schemas.openxmlformats.org/officeDocument/2006/relationships/slide" Target="slides/slide1.xml"/><Relationship Id="rId15" Type="http://schemas.openxmlformats.org/officeDocument/2006/relationships/presProps" Target="presProps.xml"/><Relationship Id="rId10" Type="http://schemas.openxmlformats.org/officeDocument/2006/relationships/slide" Target="slides/slide6.xml"/><Relationship Id="rId19" Type="http://schemas.microsoft.com/office/2016/11/relationships/changesInfo" Target="changesInfos/changesInfo1.xml"/><Relationship Id="rId4" Type="http://schemas.openxmlformats.org/officeDocument/2006/relationships/slideMaster" Target="slideMasters/slideMaster1.xml"/><Relationship Id="rId9" Type="http://schemas.openxmlformats.org/officeDocument/2006/relationships/slide" Target="slides/slide5.xml"/><Relationship Id="rId14" Type="http://schemas.openxmlformats.org/officeDocument/2006/relationships/handoutMaster" Target="handoutMasters/handoutMaster1.xml"/></Relationships>
</file>

<file path=ppt/changesInfos/changesInfo1.xml><?xml version="1.0" encoding="utf-8"?>
<pc:chgInfo xmlns:a="http://schemas.openxmlformats.org/drawingml/2006/main" xmlns:r="http://schemas.openxmlformats.org/officeDocument/2006/relationships" xmlns:ac="http://schemas.microsoft.com/office/drawing/2013/main/command" xmlns:pc="http://schemas.microsoft.com/office/powerpoint/2013/main/command">
  <pc:docChgLst>
    <pc:chgData name="Hafner Florian" userId="S::florian.hafner@htl-saalfelden.at::b48d43ab-bf96-491b-90f5-9683a08bc007" providerId="AD" clId="Web-{8761454B-95FA-477F-9E57-737290389E02}"/>
    <pc:docChg chg="modSld">
      <pc:chgData name="Hafner Florian" userId="S::florian.hafner@htl-saalfelden.at::b48d43ab-bf96-491b-90f5-9683a08bc007" providerId="AD" clId="Web-{8761454B-95FA-477F-9E57-737290389E02}" dt="2025-03-13T06:46:12.243" v="3" actId="20577"/>
      <pc:docMkLst>
        <pc:docMk/>
      </pc:docMkLst>
      <pc:sldChg chg="modSp">
        <pc:chgData name="Hafner Florian" userId="S::florian.hafner@htl-saalfelden.at::b48d43ab-bf96-491b-90f5-9683a08bc007" providerId="AD" clId="Web-{8761454B-95FA-477F-9E57-737290389E02}" dt="2025-03-13T06:45:10.022" v="0" actId="1076"/>
        <pc:sldMkLst>
          <pc:docMk/>
          <pc:sldMk cId="0" sldId="583"/>
        </pc:sldMkLst>
        <pc:graphicFrameChg chg="mod">
          <ac:chgData name="Hafner Florian" userId="S::florian.hafner@htl-saalfelden.at::b48d43ab-bf96-491b-90f5-9683a08bc007" providerId="AD" clId="Web-{8761454B-95FA-477F-9E57-737290389E02}" dt="2025-03-13T06:45:10.022" v="0" actId="1076"/>
          <ac:graphicFrameMkLst>
            <pc:docMk/>
            <pc:sldMk cId="0" sldId="583"/>
            <ac:graphicFrameMk id="12" creationId="{C95C0872-C4A8-5365-E54B-E93176C0434A}"/>
          </ac:graphicFrameMkLst>
        </pc:graphicFrameChg>
      </pc:sldChg>
      <pc:sldChg chg="modSp">
        <pc:chgData name="Hafner Florian" userId="S::florian.hafner@htl-saalfelden.at::b48d43ab-bf96-491b-90f5-9683a08bc007" providerId="AD" clId="Web-{8761454B-95FA-477F-9E57-737290389E02}" dt="2025-03-13T06:46:12.243" v="3" actId="20577"/>
        <pc:sldMkLst>
          <pc:docMk/>
          <pc:sldMk cId="2046662241" sldId="585"/>
        </pc:sldMkLst>
        <pc:spChg chg="mod">
          <ac:chgData name="Hafner Florian" userId="S::florian.hafner@htl-saalfelden.at::b48d43ab-bf96-491b-90f5-9683a08bc007" providerId="AD" clId="Web-{8761454B-95FA-477F-9E57-737290389E02}" dt="2025-03-13T06:46:12.243" v="3" actId="20577"/>
          <ac:spMkLst>
            <pc:docMk/>
            <pc:sldMk cId="2046662241" sldId="585"/>
            <ac:spMk id="3" creationId="{9FAA49B0-7914-7593-24F5-A9D7BD6DE9EF}"/>
          </ac:spMkLst>
        </pc:spChg>
      </pc:sldChg>
    </pc:docChg>
  </pc:docChgLst>
  <pc:docChgLst>
    <pc:chgData name="Ellmauthaler Philip" userId="S::philip.ellmauthaler@htl-saalfelden.at::5c6b7476-517f-484b-8d40-f259dc601a75" providerId="AD" clId="Web-{C446A411-6E7B-4B05-BB42-5944E34AF2B4}"/>
    <pc:docChg chg="modSld">
      <pc:chgData name="Ellmauthaler Philip" userId="S::philip.ellmauthaler@htl-saalfelden.at::5c6b7476-517f-484b-8d40-f259dc601a75" providerId="AD" clId="Web-{C446A411-6E7B-4B05-BB42-5944E34AF2B4}" dt="2025-02-06T08:20:49.494" v="7" actId="20577"/>
      <pc:docMkLst>
        <pc:docMk/>
      </pc:docMkLst>
      <pc:sldChg chg="modSp">
        <pc:chgData name="Ellmauthaler Philip" userId="S::philip.ellmauthaler@htl-saalfelden.at::5c6b7476-517f-484b-8d40-f259dc601a75" providerId="AD" clId="Web-{C446A411-6E7B-4B05-BB42-5944E34AF2B4}" dt="2025-02-06T08:20:32.463" v="1" actId="20577"/>
        <pc:sldMkLst>
          <pc:docMk/>
          <pc:sldMk cId="0" sldId="570"/>
        </pc:sldMkLst>
        <pc:spChg chg="mod">
          <ac:chgData name="Ellmauthaler Philip" userId="S::philip.ellmauthaler@htl-saalfelden.at::5c6b7476-517f-484b-8d40-f259dc601a75" providerId="AD" clId="Web-{C446A411-6E7B-4B05-BB42-5944E34AF2B4}" dt="2025-02-06T08:20:32.463" v="1" actId="20577"/>
          <ac:spMkLst>
            <pc:docMk/>
            <pc:sldMk cId="0" sldId="570"/>
            <ac:spMk id="5" creationId="{00000000-0000-0000-0000-000000000000}"/>
          </ac:spMkLst>
        </pc:spChg>
      </pc:sldChg>
      <pc:sldChg chg="modSp">
        <pc:chgData name="Ellmauthaler Philip" userId="S::philip.ellmauthaler@htl-saalfelden.at::5c6b7476-517f-484b-8d40-f259dc601a75" providerId="AD" clId="Web-{C446A411-6E7B-4B05-BB42-5944E34AF2B4}" dt="2025-02-06T08:20:49.494" v="7" actId="20577"/>
        <pc:sldMkLst>
          <pc:docMk/>
          <pc:sldMk cId="0" sldId="584"/>
        </pc:sldMkLst>
        <pc:spChg chg="mod">
          <ac:chgData name="Ellmauthaler Philip" userId="S::philip.ellmauthaler@htl-saalfelden.at::5c6b7476-517f-484b-8d40-f259dc601a75" providerId="AD" clId="Web-{C446A411-6E7B-4B05-BB42-5944E34AF2B4}" dt="2025-02-06T08:20:49.494" v="7" actId="20577"/>
          <ac:spMkLst>
            <pc:docMk/>
            <pc:sldMk cId="0" sldId="584"/>
            <ac:spMk id="5" creationId="{00000000-0000-0000-0000-000000000000}"/>
          </ac:spMkLst>
        </pc:spChg>
      </pc:sldChg>
    </pc:docChg>
  </pc:docChgLst>
  <pc:docChgLst>
    <pc:chgData name="Ellmauthaler Philip" userId="S::philip.ellmauthaler@htl-saalfelden.at::5c6b7476-517f-484b-8d40-f259dc601a75" providerId="AD" clId="Web-{862652BE-893D-44DE-806B-E00C76E1AA9A}"/>
    <pc:docChg chg="modSld">
      <pc:chgData name="Ellmauthaler Philip" userId="S::philip.ellmauthaler@htl-saalfelden.at::5c6b7476-517f-484b-8d40-f259dc601a75" providerId="AD" clId="Web-{862652BE-893D-44DE-806B-E00C76E1AA9A}" dt="2025-03-12T09:20:48.846" v="9"/>
      <pc:docMkLst>
        <pc:docMk/>
      </pc:docMkLst>
      <pc:sldChg chg="modSp">
        <pc:chgData name="Ellmauthaler Philip" userId="S::philip.ellmauthaler@htl-saalfelden.at::5c6b7476-517f-484b-8d40-f259dc601a75" providerId="AD" clId="Web-{862652BE-893D-44DE-806B-E00C76E1AA9A}" dt="2025-03-12T09:20:48.846" v="9"/>
        <pc:sldMkLst>
          <pc:docMk/>
          <pc:sldMk cId="0" sldId="582"/>
        </pc:sldMkLst>
        <pc:graphicFrameChg chg="mod modGraphic">
          <ac:chgData name="Ellmauthaler Philip" userId="S::philip.ellmauthaler@htl-saalfelden.at::5c6b7476-517f-484b-8d40-f259dc601a75" providerId="AD" clId="Web-{862652BE-893D-44DE-806B-E00C76E1AA9A}" dt="2025-03-12T09:20:48.846" v="9"/>
          <ac:graphicFrameMkLst>
            <pc:docMk/>
            <pc:sldMk cId="0" sldId="582"/>
            <ac:graphicFrameMk id="4" creationId="{00000000-0000-0000-0000-000000000000}"/>
          </ac:graphicFrameMkLst>
        </pc:graphicFrameChg>
      </pc:sldChg>
    </pc:docChg>
  </pc:docChgLst>
  <pc:docChgLst>
    <pc:chgData name="Ellmauthaler Philip" userId="S::philip.ellmauthaler@htl-saalfelden.at::5c6b7476-517f-484b-8d40-f259dc601a75" providerId="AD" clId="Web-{8F38FDD1-D1EA-43C0-9DB8-4B148B5AC6AF}"/>
    <pc:docChg chg="modSld">
      <pc:chgData name="Ellmauthaler Philip" userId="S::philip.ellmauthaler@htl-saalfelden.at::5c6b7476-517f-484b-8d40-f259dc601a75" providerId="AD" clId="Web-{8F38FDD1-D1EA-43C0-9DB8-4B148B5AC6AF}" dt="2025-03-12T08:47:43.934" v="23" actId="20577"/>
      <pc:docMkLst>
        <pc:docMk/>
      </pc:docMkLst>
      <pc:sldChg chg="modSp">
        <pc:chgData name="Ellmauthaler Philip" userId="S::philip.ellmauthaler@htl-saalfelden.at::5c6b7476-517f-484b-8d40-f259dc601a75" providerId="AD" clId="Web-{8F38FDD1-D1EA-43C0-9DB8-4B148B5AC6AF}" dt="2025-03-12T08:47:43.934" v="23" actId="20577"/>
        <pc:sldMkLst>
          <pc:docMk/>
          <pc:sldMk cId="0" sldId="583"/>
        </pc:sldMkLst>
        <pc:graphicFrameChg chg="mod modGraphic">
          <ac:chgData name="Ellmauthaler Philip" userId="S::philip.ellmauthaler@htl-saalfelden.at::5c6b7476-517f-484b-8d40-f259dc601a75" providerId="AD" clId="Web-{8F38FDD1-D1EA-43C0-9DB8-4B148B5AC6AF}" dt="2025-03-12T08:47:43.934" v="23" actId="20577"/>
          <ac:graphicFrameMkLst>
            <pc:docMk/>
            <pc:sldMk cId="0" sldId="583"/>
            <ac:graphicFrameMk id="12" creationId="{C95C0872-C4A8-5365-E54B-E93176C0434A}"/>
          </ac:graphicFrameMkLst>
        </pc:graphicFrameChg>
      </pc:sldChg>
    </pc:docChg>
  </pc:docChgLst>
  <pc:docChgLst>
    <pc:chgData name="Hafner Florian" userId="S::florian.hafner@htl-saalfelden.at::b48d43ab-bf96-491b-90f5-9683a08bc007" providerId="AD" clId="Web-{800D0512-F401-4A63-8242-2FEBC4EC206F}"/>
    <pc:docChg chg="modSld">
      <pc:chgData name="Hafner Florian" userId="S::florian.hafner@htl-saalfelden.at::b48d43ab-bf96-491b-90f5-9683a08bc007" providerId="AD" clId="Web-{800D0512-F401-4A63-8242-2FEBC4EC206F}" dt="2025-03-13T06:52:52.992" v="0" actId="20577"/>
      <pc:docMkLst>
        <pc:docMk/>
      </pc:docMkLst>
      <pc:sldChg chg="modSp">
        <pc:chgData name="Hafner Florian" userId="S::florian.hafner@htl-saalfelden.at::b48d43ab-bf96-491b-90f5-9683a08bc007" providerId="AD" clId="Web-{800D0512-F401-4A63-8242-2FEBC4EC206F}" dt="2025-03-13T06:52:52.992" v="0" actId="20577"/>
        <pc:sldMkLst>
          <pc:docMk/>
          <pc:sldMk cId="0" sldId="361"/>
        </pc:sldMkLst>
        <pc:spChg chg="mod">
          <ac:chgData name="Hafner Florian" userId="S::florian.hafner@htl-saalfelden.at::b48d43ab-bf96-491b-90f5-9683a08bc007" providerId="AD" clId="Web-{800D0512-F401-4A63-8242-2FEBC4EC206F}" dt="2025-03-13T06:52:52.992" v="0" actId="20577"/>
          <ac:spMkLst>
            <pc:docMk/>
            <pc:sldMk cId="0" sldId="361"/>
            <ac:spMk id="2" creationId="{00000000-0000-0000-0000-000000000000}"/>
          </ac:spMkLst>
        </pc:spChg>
      </pc:sldChg>
    </pc:docChg>
  </pc:docChgLst>
  <pc:docChgLst>
    <pc:chgData name="Hafner Florian" userId="b48d43ab-bf96-491b-90f5-9683a08bc007" providerId="ADAL" clId="{F5189588-8648-473B-BB22-DDD7B89C69A0}"/>
    <pc:docChg chg="undo custSel modSld">
      <pc:chgData name="Hafner Florian" userId="b48d43ab-bf96-491b-90f5-9683a08bc007" providerId="ADAL" clId="{F5189588-8648-473B-BB22-DDD7B89C69A0}" dt="2025-03-13T07:24:21.666" v="256" actId="20577"/>
      <pc:docMkLst>
        <pc:docMk/>
      </pc:docMkLst>
      <pc:sldChg chg="modSp mod">
        <pc:chgData name="Hafner Florian" userId="b48d43ab-bf96-491b-90f5-9683a08bc007" providerId="ADAL" clId="{F5189588-8648-473B-BB22-DDD7B89C69A0}" dt="2025-03-13T07:00:22.814" v="109" actId="20577"/>
        <pc:sldMkLst>
          <pc:docMk/>
          <pc:sldMk cId="0" sldId="582"/>
        </pc:sldMkLst>
        <pc:graphicFrameChg chg="modGraphic">
          <ac:chgData name="Hafner Florian" userId="b48d43ab-bf96-491b-90f5-9683a08bc007" providerId="ADAL" clId="{F5189588-8648-473B-BB22-DDD7B89C69A0}" dt="2025-03-13T07:00:22.814" v="109" actId="20577"/>
          <ac:graphicFrameMkLst>
            <pc:docMk/>
            <pc:sldMk cId="0" sldId="582"/>
            <ac:graphicFrameMk id="4" creationId="{00000000-0000-0000-0000-000000000000}"/>
          </ac:graphicFrameMkLst>
        </pc:graphicFrameChg>
      </pc:sldChg>
      <pc:sldChg chg="modSp mod">
        <pc:chgData name="Hafner Florian" userId="b48d43ab-bf96-491b-90f5-9683a08bc007" providerId="ADAL" clId="{F5189588-8648-473B-BB22-DDD7B89C69A0}" dt="2025-03-13T07:23:08.537" v="220" actId="27918"/>
        <pc:sldMkLst>
          <pc:docMk/>
          <pc:sldMk cId="0" sldId="583"/>
        </pc:sldMkLst>
        <pc:graphicFrameChg chg="mod">
          <ac:chgData name="Hafner Florian" userId="b48d43ab-bf96-491b-90f5-9683a08bc007" providerId="ADAL" clId="{F5189588-8648-473B-BB22-DDD7B89C69A0}" dt="2025-03-13T07:04:40.631" v="148" actId="20577"/>
          <ac:graphicFrameMkLst>
            <pc:docMk/>
            <pc:sldMk cId="0" sldId="583"/>
            <ac:graphicFrameMk id="12" creationId="{C95C0872-C4A8-5365-E54B-E93176C0434A}"/>
          </ac:graphicFrameMkLst>
        </pc:graphicFrameChg>
      </pc:sldChg>
      <pc:sldChg chg="modSp mod">
        <pc:chgData name="Hafner Florian" userId="b48d43ab-bf96-491b-90f5-9683a08bc007" providerId="ADAL" clId="{F5189588-8648-473B-BB22-DDD7B89C69A0}" dt="2025-03-13T07:24:21.666" v="256" actId="20577"/>
        <pc:sldMkLst>
          <pc:docMk/>
          <pc:sldMk cId="0" sldId="584"/>
        </pc:sldMkLst>
        <pc:spChg chg="mod">
          <ac:chgData name="Hafner Florian" userId="b48d43ab-bf96-491b-90f5-9683a08bc007" providerId="ADAL" clId="{F5189588-8648-473B-BB22-DDD7B89C69A0}" dt="2025-03-13T07:24:21.666" v="256" actId="20577"/>
          <ac:spMkLst>
            <pc:docMk/>
            <pc:sldMk cId="0" sldId="584"/>
            <ac:spMk id="5" creationId="{00000000-0000-0000-0000-000000000000}"/>
          </ac:spMkLst>
        </pc:spChg>
      </pc:sldChg>
    </pc:docChg>
  </pc:docChgLst>
  <pc:docChgLst>
    <pc:chgData name="Eder Jonas" userId="fa0059ff-45ff-44a0-8b68-1ddf442034b8" providerId="ADAL" clId="{D8FD4985-04C8-4C9E-AFB6-99AEB90335B6}"/>
    <pc:docChg chg="undo redo custSel addSld delSld modSld sldOrd">
      <pc:chgData name="Eder Jonas" userId="fa0059ff-45ff-44a0-8b68-1ddf442034b8" providerId="ADAL" clId="{D8FD4985-04C8-4C9E-AFB6-99AEB90335B6}" dt="2025-02-19T07:39:04.980" v="807" actId="12"/>
      <pc:docMkLst>
        <pc:docMk/>
      </pc:docMkLst>
      <pc:sldChg chg="modSp mod">
        <pc:chgData name="Eder Jonas" userId="fa0059ff-45ff-44a0-8b68-1ddf442034b8" providerId="ADAL" clId="{D8FD4985-04C8-4C9E-AFB6-99AEB90335B6}" dt="2025-02-19T07:30:57.186" v="722" actId="20577"/>
        <pc:sldMkLst>
          <pc:docMk/>
          <pc:sldMk cId="0" sldId="361"/>
        </pc:sldMkLst>
        <pc:spChg chg="mod">
          <ac:chgData name="Eder Jonas" userId="fa0059ff-45ff-44a0-8b68-1ddf442034b8" providerId="ADAL" clId="{D8FD4985-04C8-4C9E-AFB6-99AEB90335B6}" dt="2025-02-19T07:30:57.186" v="722" actId="20577"/>
          <ac:spMkLst>
            <pc:docMk/>
            <pc:sldMk cId="0" sldId="361"/>
            <ac:spMk id="4" creationId="{00000000-0000-0000-0000-000000000000}"/>
          </ac:spMkLst>
        </pc:spChg>
      </pc:sldChg>
      <pc:sldChg chg="addSp delSp modSp mod modClrScheme chgLayout">
        <pc:chgData name="Eder Jonas" userId="fa0059ff-45ff-44a0-8b68-1ddf442034b8" providerId="ADAL" clId="{D8FD4985-04C8-4C9E-AFB6-99AEB90335B6}" dt="2025-02-19T07:01:22.042" v="101" actId="26606"/>
        <pc:sldMkLst>
          <pc:docMk/>
          <pc:sldMk cId="0" sldId="367"/>
        </pc:sldMkLst>
        <pc:spChg chg="mod">
          <ac:chgData name="Eder Jonas" userId="fa0059ff-45ff-44a0-8b68-1ddf442034b8" providerId="ADAL" clId="{D8FD4985-04C8-4C9E-AFB6-99AEB90335B6}" dt="2025-02-19T07:01:22.042" v="101" actId="26606"/>
          <ac:spMkLst>
            <pc:docMk/>
            <pc:sldMk cId="0" sldId="367"/>
            <ac:spMk id="2" creationId="{00000000-0000-0000-0000-000000000000}"/>
          </ac:spMkLst>
        </pc:spChg>
        <pc:spChg chg="add del mod">
          <ac:chgData name="Eder Jonas" userId="fa0059ff-45ff-44a0-8b68-1ddf442034b8" providerId="ADAL" clId="{D8FD4985-04C8-4C9E-AFB6-99AEB90335B6}" dt="2025-02-19T06:43:58.120" v="41" actId="26606"/>
          <ac:spMkLst>
            <pc:docMk/>
            <pc:sldMk cId="0" sldId="367"/>
            <ac:spMk id="3" creationId="{00000000-0000-0000-0000-000000000000}"/>
          </ac:spMkLst>
        </pc:spChg>
        <pc:spChg chg="mod">
          <ac:chgData name="Eder Jonas" userId="fa0059ff-45ff-44a0-8b68-1ddf442034b8" providerId="ADAL" clId="{D8FD4985-04C8-4C9E-AFB6-99AEB90335B6}" dt="2025-02-19T07:01:22.042" v="101" actId="26606"/>
          <ac:spMkLst>
            <pc:docMk/>
            <pc:sldMk cId="0" sldId="367"/>
            <ac:spMk id="8" creationId="{00000000-0000-0000-0000-000000000000}"/>
          </ac:spMkLst>
        </pc:spChg>
        <pc:spChg chg="mod">
          <ac:chgData name="Eder Jonas" userId="fa0059ff-45ff-44a0-8b68-1ddf442034b8" providerId="ADAL" clId="{D8FD4985-04C8-4C9E-AFB6-99AEB90335B6}" dt="2025-02-19T07:01:22.042" v="101" actId="26606"/>
          <ac:spMkLst>
            <pc:docMk/>
            <pc:sldMk cId="0" sldId="367"/>
            <ac:spMk id="9" creationId="{00000000-0000-0000-0000-000000000000}"/>
          </ac:spMkLst>
        </pc:spChg>
        <pc:spChg chg="add del mod">
          <ac:chgData name="Eder Jonas" userId="fa0059ff-45ff-44a0-8b68-1ddf442034b8" providerId="ADAL" clId="{D8FD4985-04C8-4C9E-AFB6-99AEB90335B6}" dt="2025-02-19T07:01:02.746" v="99" actId="478"/>
          <ac:spMkLst>
            <pc:docMk/>
            <pc:sldMk cId="0" sldId="367"/>
            <ac:spMk id="14" creationId="{38CF0D63-AC53-864B-9DF4-EAD2701211EA}"/>
          </ac:spMkLst>
        </pc:spChg>
        <pc:spChg chg="add del mod">
          <ac:chgData name="Eder Jonas" userId="fa0059ff-45ff-44a0-8b68-1ddf442034b8" providerId="ADAL" clId="{D8FD4985-04C8-4C9E-AFB6-99AEB90335B6}" dt="2025-02-19T06:44:04.382" v="44" actId="478"/>
          <ac:spMkLst>
            <pc:docMk/>
            <pc:sldMk cId="0" sldId="367"/>
            <ac:spMk id="15" creationId="{1DC1C5DB-4A38-BB58-0E8F-79F04337BBE8}"/>
          </ac:spMkLst>
        </pc:spChg>
        <pc:spChg chg="add del mod">
          <ac:chgData name="Eder Jonas" userId="fa0059ff-45ff-44a0-8b68-1ddf442034b8" providerId="ADAL" clId="{D8FD4985-04C8-4C9E-AFB6-99AEB90335B6}" dt="2025-02-19T06:43:23.480" v="28" actId="26606"/>
          <ac:spMkLst>
            <pc:docMk/>
            <pc:sldMk cId="0" sldId="367"/>
            <ac:spMk id="16" creationId="{766621FF-66EE-10B7-63C9-40B8D0E6A5B0}"/>
          </ac:spMkLst>
        </pc:spChg>
        <pc:spChg chg="add del mod">
          <ac:chgData name="Eder Jonas" userId="fa0059ff-45ff-44a0-8b68-1ddf442034b8" providerId="ADAL" clId="{D8FD4985-04C8-4C9E-AFB6-99AEB90335B6}" dt="2025-02-19T06:44:06.391" v="45" actId="478"/>
          <ac:spMkLst>
            <pc:docMk/>
            <pc:sldMk cId="0" sldId="367"/>
            <ac:spMk id="17" creationId="{FA7DFF72-7552-8672-CB50-38C19136A41F}"/>
          </ac:spMkLst>
        </pc:spChg>
        <pc:graphicFrameChg chg="add del mod modGraphic">
          <ac:chgData name="Eder Jonas" userId="fa0059ff-45ff-44a0-8b68-1ddf442034b8" providerId="ADAL" clId="{D8FD4985-04C8-4C9E-AFB6-99AEB90335B6}" dt="2025-02-19T06:43:26.805" v="35" actId="26606"/>
          <ac:graphicFrameMkLst>
            <pc:docMk/>
            <pc:sldMk cId="0" sldId="367"/>
            <ac:graphicFrameMk id="11" creationId="{934FFFEC-A987-0025-8F26-041E4CF7FD5E}"/>
          </ac:graphicFrameMkLst>
        </pc:graphicFrameChg>
        <pc:graphicFrameChg chg="add mod modGraphic">
          <ac:chgData name="Eder Jonas" userId="fa0059ff-45ff-44a0-8b68-1ddf442034b8" providerId="ADAL" clId="{D8FD4985-04C8-4C9E-AFB6-99AEB90335B6}" dt="2025-02-19T07:01:22.042" v="101" actId="26606"/>
          <ac:graphicFrameMkLst>
            <pc:docMk/>
            <pc:sldMk cId="0" sldId="367"/>
            <ac:graphicFrameMk id="12" creationId="{E0ECFA66-2631-DA02-3211-09773E9AF8B3}"/>
          </ac:graphicFrameMkLst>
        </pc:graphicFrameChg>
      </pc:sldChg>
      <pc:sldChg chg="addSp delSp modSp add del mod modClrScheme modShow chgLayout">
        <pc:chgData name="Eder Jonas" userId="fa0059ff-45ff-44a0-8b68-1ddf442034b8" providerId="ADAL" clId="{D8FD4985-04C8-4C9E-AFB6-99AEB90335B6}" dt="2025-02-19T07:36:59.854" v="762" actId="20577"/>
        <pc:sldMkLst>
          <pc:docMk/>
          <pc:sldMk cId="0" sldId="583"/>
        </pc:sldMkLst>
        <pc:spChg chg="mod">
          <ac:chgData name="Eder Jonas" userId="fa0059ff-45ff-44a0-8b68-1ddf442034b8" providerId="ADAL" clId="{D8FD4985-04C8-4C9E-AFB6-99AEB90335B6}" dt="2025-02-19T07:10:35.454" v="300" actId="26606"/>
          <ac:spMkLst>
            <pc:docMk/>
            <pc:sldMk cId="0" sldId="583"/>
            <ac:spMk id="2" creationId="{00000000-0000-0000-0000-000000000000}"/>
          </ac:spMkLst>
        </pc:spChg>
        <pc:spChg chg="add del mod">
          <ac:chgData name="Eder Jonas" userId="fa0059ff-45ff-44a0-8b68-1ddf442034b8" providerId="ADAL" clId="{D8FD4985-04C8-4C9E-AFB6-99AEB90335B6}" dt="2025-02-19T07:10:13.082" v="296" actId="26606"/>
          <ac:spMkLst>
            <pc:docMk/>
            <pc:sldMk cId="0" sldId="583"/>
            <ac:spMk id="5" creationId="{00000000-0000-0000-0000-000000000000}"/>
          </ac:spMkLst>
        </pc:spChg>
        <pc:spChg chg="mod">
          <ac:chgData name="Eder Jonas" userId="fa0059ff-45ff-44a0-8b68-1ddf442034b8" providerId="ADAL" clId="{D8FD4985-04C8-4C9E-AFB6-99AEB90335B6}" dt="2025-02-19T07:10:35.476" v="301" actId="26606"/>
          <ac:spMkLst>
            <pc:docMk/>
            <pc:sldMk cId="0" sldId="583"/>
            <ac:spMk id="8" creationId="{00000000-0000-0000-0000-000000000000}"/>
          </ac:spMkLst>
        </pc:spChg>
        <pc:spChg chg="mod">
          <ac:chgData name="Eder Jonas" userId="fa0059ff-45ff-44a0-8b68-1ddf442034b8" providerId="ADAL" clId="{D8FD4985-04C8-4C9E-AFB6-99AEB90335B6}" dt="2025-02-19T07:10:35.454" v="300" actId="26606"/>
          <ac:spMkLst>
            <pc:docMk/>
            <pc:sldMk cId="0" sldId="583"/>
            <ac:spMk id="9" creationId="{00000000-0000-0000-0000-000000000000}"/>
          </ac:spMkLst>
        </pc:spChg>
        <pc:spChg chg="add del mod">
          <ac:chgData name="Eder Jonas" userId="fa0059ff-45ff-44a0-8b68-1ddf442034b8" providerId="ADAL" clId="{D8FD4985-04C8-4C9E-AFB6-99AEB90335B6}" dt="2025-02-19T07:10:35.454" v="300" actId="26606"/>
          <ac:spMkLst>
            <pc:docMk/>
            <pc:sldMk cId="0" sldId="583"/>
            <ac:spMk id="17" creationId="{7F100B72-4AEC-88EF-23A0-F21A812E9641}"/>
          </ac:spMkLst>
        </pc:spChg>
        <pc:graphicFrameChg chg="add del">
          <ac:chgData name="Eder Jonas" userId="fa0059ff-45ff-44a0-8b68-1ddf442034b8" providerId="ADAL" clId="{D8FD4985-04C8-4C9E-AFB6-99AEB90335B6}" dt="2025-02-19T07:10:08.677" v="295" actId="26606"/>
          <ac:graphicFrameMkLst>
            <pc:docMk/>
            <pc:sldMk cId="0" sldId="583"/>
            <ac:graphicFrameMk id="11" creationId="{A847ED53-6636-CD73-5091-0AAF175287FA}"/>
          </ac:graphicFrameMkLst>
        </pc:graphicFrameChg>
        <pc:graphicFrameChg chg="add mod modGraphic">
          <ac:chgData name="Eder Jonas" userId="fa0059ff-45ff-44a0-8b68-1ddf442034b8" providerId="ADAL" clId="{D8FD4985-04C8-4C9E-AFB6-99AEB90335B6}" dt="2025-02-19T07:36:59.854" v="762" actId="20577"/>
          <ac:graphicFrameMkLst>
            <pc:docMk/>
            <pc:sldMk cId="0" sldId="583"/>
            <ac:graphicFrameMk id="12" creationId="{C95C0872-C4A8-5365-E54B-E93176C0434A}"/>
          </ac:graphicFrameMkLst>
        </pc:graphicFrameChg>
      </pc:sldChg>
      <pc:sldChg chg="modSp mod">
        <pc:chgData name="Eder Jonas" userId="fa0059ff-45ff-44a0-8b68-1ddf442034b8" providerId="ADAL" clId="{D8FD4985-04C8-4C9E-AFB6-99AEB90335B6}" dt="2025-02-19T07:05:07.822" v="118" actId="20577"/>
        <pc:sldMkLst>
          <pc:docMk/>
          <pc:sldMk cId="0" sldId="584"/>
        </pc:sldMkLst>
        <pc:spChg chg="mod">
          <ac:chgData name="Eder Jonas" userId="fa0059ff-45ff-44a0-8b68-1ddf442034b8" providerId="ADAL" clId="{D8FD4985-04C8-4C9E-AFB6-99AEB90335B6}" dt="2025-02-19T07:05:07.822" v="118" actId="20577"/>
          <ac:spMkLst>
            <pc:docMk/>
            <pc:sldMk cId="0" sldId="584"/>
            <ac:spMk id="5" creationId="{00000000-0000-0000-0000-000000000000}"/>
          </ac:spMkLst>
        </pc:spChg>
      </pc:sldChg>
      <pc:sldChg chg="addSp delSp modSp new del mod">
        <pc:chgData name="Eder Jonas" userId="fa0059ff-45ff-44a0-8b68-1ddf442034b8" providerId="ADAL" clId="{D8FD4985-04C8-4C9E-AFB6-99AEB90335B6}" dt="2025-02-19T06:49:04.363" v="55" actId="2696"/>
        <pc:sldMkLst>
          <pc:docMk/>
          <pc:sldMk cId="16265146" sldId="585"/>
        </pc:sldMkLst>
        <pc:spChg chg="del">
          <ac:chgData name="Eder Jonas" userId="fa0059ff-45ff-44a0-8b68-1ddf442034b8" providerId="ADAL" clId="{D8FD4985-04C8-4C9E-AFB6-99AEB90335B6}" dt="2025-02-19T06:48:25.652" v="50" actId="22"/>
          <ac:spMkLst>
            <pc:docMk/>
            <pc:sldMk cId="16265146" sldId="585"/>
            <ac:spMk id="3" creationId="{38C237FC-5BF4-ADCC-C9A6-BB455EDC62E3}"/>
          </ac:spMkLst>
        </pc:spChg>
        <pc:picChg chg="add mod ord">
          <ac:chgData name="Eder Jonas" userId="fa0059ff-45ff-44a0-8b68-1ddf442034b8" providerId="ADAL" clId="{D8FD4985-04C8-4C9E-AFB6-99AEB90335B6}" dt="2025-02-19T06:48:45.846" v="54" actId="1076"/>
          <ac:picMkLst>
            <pc:docMk/>
            <pc:sldMk cId="16265146" sldId="585"/>
            <ac:picMk id="7" creationId="{22DA95B4-FB9A-92E9-89AF-F5E3A2219227}"/>
          </ac:picMkLst>
        </pc:picChg>
      </pc:sldChg>
      <pc:sldChg chg="modSp new mod ord">
        <pc:chgData name="Eder Jonas" userId="fa0059ff-45ff-44a0-8b68-1ddf442034b8" providerId="ADAL" clId="{D8FD4985-04C8-4C9E-AFB6-99AEB90335B6}" dt="2025-02-19T07:29:47.227" v="714" actId="20578"/>
        <pc:sldMkLst>
          <pc:docMk/>
          <pc:sldMk cId="2046662241" sldId="585"/>
        </pc:sldMkLst>
        <pc:spChg chg="mod">
          <ac:chgData name="Eder Jonas" userId="fa0059ff-45ff-44a0-8b68-1ddf442034b8" providerId="ADAL" clId="{D8FD4985-04C8-4C9E-AFB6-99AEB90335B6}" dt="2025-02-19T07:16:47.495" v="372" actId="20577"/>
          <ac:spMkLst>
            <pc:docMk/>
            <pc:sldMk cId="2046662241" sldId="585"/>
            <ac:spMk id="2" creationId="{A736BEAA-9DBD-3C9F-5A9B-0E7E5C7C83C3}"/>
          </ac:spMkLst>
        </pc:spChg>
        <pc:spChg chg="mod">
          <ac:chgData name="Eder Jonas" userId="fa0059ff-45ff-44a0-8b68-1ddf442034b8" providerId="ADAL" clId="{D8FD4985-04C8-4C9E-AFB6-99AEB90335B6}" dt="2025-02-19T07:28:02.367" v="709" actId="20577"/>
          <ac:spMkLst>
            <pc:docMk/>
            <pc:sldMk cId="2046662241" sldId="585"/>
            <ac:spMk id="3" creationId="{9FAA49B0-7914-7593-24F5-A9D7BD6DE9EF}"/>
          </ac:spMkLst>
        </pc:spChg>
      </pc:sldChg>
      <pc:sldChg chg="modSp new del mod">
        <pc:chgData name="Eder Jonas" userId="fa0059ff-45ff-44a0-8b68-1ddf442034b8" providerId="ADAL" clId="{D8FD4985-04C8-4C9E-AFB6-99AEB90335B6}" dt="2025-02-19T06:56:38.900" v="88" actId="680"/>
        <pc:sldMkLst>
          <pc:docMk/>
          <pc:sldMk cId="3497108193" sldId="585"/>
        </pc:sldMkLst>
        <pc:spChg chg="mod">
          <ac:chgData name="Eder Jonas" userId="fa0059ff-45ff-44a0-8b68-1ddf442034b8" providerId="ADAL" clId="{D8FD4985-04C8-4C9E-AFB6-99AEB90335B6}" dt="2025-02-19T06:56:38.403" v="87" actId="20577"/>
          <ac:spMkLst>
            <pc:docMk/>
            <pc:sldMk cId="3497108193" sldId="585"/>
            <ac:spMk id="2" creationId="{92238284-E380-C270-CD4F-5CE6958170EC}"/>
          </ac:spMkLst>
        </pc:spChg>
        <pc:spChg chg="mod">
          <ac:chgData name="Eder Jonas" userId="fa0059ff-45ff-44a0-8b68-1ddf442034b8" providerId="ADAL" clId="{D8FD4985-04C8-4C9E-AFB6-99AEB90335B6}" dt="2025-02-19T06:56:37.065" v="84" actId="20577"/>
          <ac:spMkLst>
            <pc:docMk/>
            <pc:sldMk cId="3497108193" sldId="585"/>
            <ac:spMk id="3" creationId="{DC73F28C-29D4-4807-83AB-2F74CE10591A}"/>
          </ac:spMkLst>
        </pc:spChg>
      </pc:sldChg>
      <pc:sldChg chg="modSp new mod">
        <pc:chgData name="Eder Jonas" userId="fa0059ff-45ff-44a0-8b68-1ddf442034b8" providerId="ADAL" clId="{D8FD4985-04C8-4C9E-AFB6-99AEB90335B6}" dt="2025-02-19T07:39:04.980" v="807" actId="12"/>
        <pc:sldMkLst>
          <pc:docMk/>
          <pc:sldMk cId="3833746980" sldId="586"/>
        </pc:sldMkLst>
        <pc:spChg chg="mod">
          <ac:chgData name="Eder Jonas" userId="fa0059ff-45ff-44a0-8b68-1ddf442034b8" providerId="ADAL" clId="{D8FD4985-04C8-4C9E-AFB6-99AEB90335B6}" dt="2025-02-19T07:38:38.381" v="804" actId="20577"/>
          <ac:spMkLst>
            <pc:docMk/>
            <pc:sldMk cId="3833746980" sldId="586"/>
            <ac:spMk id="2" creationId="{D99CB628-C254-E8DB-E239-D312A0197873}"/>
          </ac:spMkLst>
        </pc:spChg>
        <pc:spChg chg="mod">
          <ac:chgData name="Eder Jonas" userId="fa0059ff-45ff-44a0-8b68-1ddf442034b8" providerId="ADAL" clId="{D8FD4985-04C8-4C9E-AFB6-99AEB90335B6}" dt="2025-02-19T07:39:04.980" v="807" actId="12"/>
          <ac:spMkLst>
            <pc:docMk/>
            <pc:sldMk cId="3833746980" sldId="586"/>
            <ac:spMk id="3" creationId="{2C231336-FBF7-669B-4E31-358737C421C4}"/>
          </ac:spMkLst>
        </pc:spChg>
      </pc:sldChg>
      <pc:sldChg chg="new del">
        <pc:chgData name="Eder Jonas" userId="fa0059ff-45ff-44a0-8b68-1ddf442034b8" providerId="ADAL" clId="{D8FD4985-04C8-4C9E-AFB6-99AEB90335B6}" dt="2025-02-19T07:02:52.989" v="114" actId="680"/>
        <pc:sldMkLst>
          <pc:docMk/>
          <pc:sldMk cId="4135748574" sldId="586"/>
        </pc:sldMkLst>
      </pc:sldChg>
      <pc:sldChg chg="new del">
        <pc:chgData name="Eder Jonas" userId="fa0059ff-45ff-44a0-8b68-1ddf442034b8" providerId="ADAL" clId="{D8FD4985-04C8-4C9E-AFB6-99AEB90335B6}" dt="2025-02-19T07:02:52.231" v="113" actId="680"/>
        <pc:sldMkLst>
          <pc:docMk/>
          <pc:sldMk cId="906188883" sldId="587"/>
        </pc:sldMkLst>
      </pc:sldChg>
      <pc:sldChg chg="new del">
        <pc:chgData name="Eder Jonas" userId="fa0059ff-45ff-44a0-8b68-1ddf442034b8" providerId="ADAL" clId="{D8FD4985-04C8-4C9E-AFB6-99AEB90335B6}" dt="2025-02-19T07:02:51.819" v="112" actId="680"/>
        <pc:sldMkLst>
          <pc:docMk/>
          <pc:sldMk cId="4008728425" sldId="588"/>
        </pc:sldMkLst>
      </pc:sldChg>
      <pc:sldChg chg="new del">
        <pc:chgData name="Eder Jonas" userId="fa0059ff-45ff-44a0-8b68-1ddf442034b8" providerId="ADAL" clId="{D8FD4985-04C8-4C9E-AFB6-99AEB90335B6}" dt="2025-02-19T07:02:51.630" v="111" actId="680"/>
        <pc:sldMkLst>
          <pc:docMk/>
          <pc:sldMk cId="2011606223" sldId="589"/>
        </pc:sldMkLst>
      </pc:sldChg>
      <pc:sldChg chg="new del">
        <pc:chgData name="Eder Jonas" userId="fa0059ff-45ff-44a0-8b68-1ddf442034b8" providerId="ADAL" clId="{D8FD4985-04C8-4C9E-AFB6-99AEB90335B6}" dt="2025-02-19T07:02:51.442" v="110" actId="680"/>
        <pc:sldMkLst>
          <pc:docMk/>
          <pc:sldMk cId="2038713038" sldId="590"/>
        </pc:sldMkLst>
      </pc:sldChg>
    </pc:docChg>
  </pc:docChgLst>
  <pc:docChgLst>
    <pc:chgData name="Ellmauthaler Philip" userId="S::philip.ellmauthaler@htl-saalfelden.at::5c6b7476-517f-484b-8d40-f259dc601a75" providerId="AD" clId="Web-{EF42E1E4-7179-47C7-8F64-B9474531233B}"/>
    <pc:docChg chg="modSld">
      <pc:chgData name="Ellmauthaler Philip" userId="S::philip.ellmauthaler@htl-saalfelden.at::5c6b7476-517f-484b-8d40-f259dc601a75" providerId="AD" clId="Web-{EF42E1E4-7179-47C7-8F64-B9474531233B}" dt="2025-03-12T08:46:22.438" v="1" actId="20577"/>
      <pc:docMkLst>
        <pc:docMk/>
      </pc:docMkLst>
      <pc:sldChg chg="modSp">
        <pc:chgData name="Ellmauthaler Philip" userId="S::philip.ellmauthaler@htl-saalfelden.at::5c6b7476-517f-484b-8d40-f259dc601a75" providerId="AD" clId="Web-{EF42E1E4-7179-47C7-8F64-B9474531233B}" dt="2025-03-12T08:46:22.438" v="1" actId="20577"/>
        <pc:sldMkLst>
          <pc:docMk/>
          <pc:sldMk cId="0" sldId="583"/>
        </pc:sldMkLst>
        <pc:graphicFrameChg chg="modGraphic">
          <ac:chgData name="Ellmauthaler Philip" userId="S::philip.ellmauthaler@htl-saalfelden.at::5c6b7476-517f-484b-8d40-f259dc601a75" providerId="AD" clId="Web-{EF42E1E4-7179-47C7-8F64-B9474531233B}" dt="2025-03-12T08:46:22.438" v="1" actId="20577"/>
          <ac:graphicFrameMkLst>
            <pc:docMk/>
            <pc:sldMk cId="0" sldId="583"/>
            <ac:graphicFrameMk id="12" creationId="{C95C0872-C4A8-5365-E54B-E93176C0434A}"/>
          </ac:graphicFrameMkLst>
        </pc:graphicFrameChg>
      </pc:sldChg>
    </pc:docChg>
  </pc:docChgLst>
  <pc:docChgLst>
    <pc:chgData name="Hafner Florian" userId="b48d43ab-bf96-491b-90f5-9683a08bc007" providerId="ADAL" clId="{901A7DE7-C3A0-42E1-952C-F33FFBCD57BF}"/>
    <pc:docChg chg="modSld">
      <pc:chgData name="Hafner Florian" userId="b48d43ab-bf96-491b-90f5-9683a08bc007" providerId="ADAL" clId="{901A7DE7-C3A0-42E1-952C-F33FFBCD57BF}" dt="2025-02-19T07:47:47.758" v="31" actId="20577"/>
      <pc:docMkLst>
        <pc:docMk/>
      </pc:docMkLst>
      <pc:sldChg chg="modSp mod">
        <pc:chgData name="Hafner Florian" userId="b48d43ab-bf96-491b-90f5-9683a08bc007" providerId="ADAL" clId="{901A7DE7-C3A0-42E1-952C-F33FFBCD57BF}" dt="2025-02-19T07:40:24.197" v="16" actId="20577"/>
        <pc:sldMkLst>
          <pc:docMk/>
          <pc:sldMk cId="0" sldId="570"/>
        </pc:sldMkLst>
        <pc:graphicFrameChg chg="mod">
          <ac:chgData name="Hafner Florian" userId="b48d43ab-bf96-491b-90f5-9683a08bc007" providerId="ADAL" clId="{901A7DE7-C3A0-42E1-952C-F33FFBCD57BF}" dt="2025-02-19T07:40:24.197" v="16" actId="20577"/>
          <ac:graphicFrameMkLst>
            <pc:docMk/>
            <pc:sldMk cId="0" sldId="570"/>
            <ac:graphicFrameMk id="4" creationId="{B2AF9E64-547F-ACC7-F033-8065BA025A46}"/>
          </ac:graphicFrameMkLst>
        </pc:graphicFrameChg>
      </pc:sldChg>
      <pc:sldChg chg="modSp mod">
        <pc:chgData name="Hafner Florian" userId="b48d43ab-bf96-491b-90f5-9683a08bc007" providerId="ADAL" clId="{901A7DE7-C3A0-42E1-952C-F33FFBCD57BF}" dt="2025-02-19T07:47:47.758" v="31" actId="20577"/>
        <pc:sldMkLst>
          <pc:docMk/>
          <pc:sldMk cId="0" sldId="583"/>
        </pc:sldMkLst>
        <pc:spChg chg="mod">
          <ac:chgData name="Hafner Florian" userId="b48d43ab-bf96-491b-90f5-9683a08bc007" providerId="ADAL" clId="{901A7DE7-C3A0-42E1-952C-F33FFBCD57BF}" dt="2025-02-19T07:47:47.758" v="31" actId="20577"/>
          <ac:spMkLst>
            <pc:docMk/>
            <pc:sldMk cId="0" sldId="583"/>
            <ac:spMk id="2" creationId="{00000000-0000-0000-0000-000000000000}"/>
          </ac:spMkLst>
        </pc:spChg>
        <pc:graphicFrameChg chg="mod">
          <ac:chgData name="Hafner Florian" userId="b48d43ab-bf96-491b-90f5-9683a08bc007" providerId="ADAL" clId="{901A7DE7-C3A0-42E1-952C-F33FFBCD57BF}" dt="2025-02-19T07:42:46.109" v="23"/>
          <ac:graphicFrameMkLst>
            <pc:docMk/>
            <pc:sldMk cId="0" sldId="583"/>
            <ac:graphicFrameMk id="12" creationId="{C95C0872-C4A8-5365-E54B-E93176C0434A}"/>
          </ac:graphicFrameMkLst>
        </pc:graphicFrameChg>
      </pc:sldChg>
    </pc:docChg>
  </pc:docChgLst>
  <pc:docChgLst>
    <pc:chgData name="Ellmauthaler Philip" userId="S::philip.ellmauthaler@htl-saalfelden.at::5c6b7476-517f-484b-8d40-f259dc601a75" providerId="AD" clId="Web-{2096CD9A-CB93-4C37-BDB0-7214AECFEACA}"/>
    <pc:docChg chg="modSld">
      <pc:chgData name="Ellmauthaler Philip" userId="S::philip.ellmauthaler@htl-saalfelden.at::5c6b7476-517f-484b-8d40-f259dc601a75" providerId="AD" clId="Web-{2096CD9A-CB93-4C37-BDB0-7214AECFEACA}" dt="2025-03-13T07:22:45.258" v="2" actId="1076"/>
      <pc:docMkLst>
        <pc:docMk/>
      </pc:docMkLst>
      <pc:sldChg chg="addSp delSp modSp">
        <pc:chgData name="Ellmauthaler Philip" userId="S::philip.ellmauthaler@htl-saalfelden.at::5c6b7476-517f-484b-8d40-f259dc601a75" providerId="AD" clId="Web-{2096CD9A-CB93-4C37-BDB0-7214AECFEACA}" dt="2025-03-13T07:22:45.258" v="2" actId="1076"/>
        <pc:sldMkLst>
          <pc:docMk/>
          <pc:sldMk cId="0" sldId="584"/>
        </pc:sldMkLst>
        <pc:graphicFrameChg chg="add mod">
          <ac:chgData name="Ellmauthaler Philip" userId="S::philip.ellmauthaler@htl-saalfelden.at::5c6b7476-517f-484b-8d40-f259dc601a75" providerId="AD" clId="Web-{2096CD9A-CB93-4C37-BDB0-7214AECFEACA}" dt="2025-03-13T07:22:45.258" v="2" actId="1076"/>
          <ac:graphicFrameMkLst>
            <pc:docMk/>
            <pc:sldMk cId="0" sldId="584"/>
            <ac:graphicFrameMk id="3" creationId="{AB5CA1AE-92B2-CEC7-3A55-2AE2F8EA1513}"/>
          </ac:graphicFrameMkLst>
        </pc:graphicFrameChg>
        <pc:graphicFrameChg chg="del">
          <ac:chgData name="Ellmauthaler Philip" userId="S::philip.ellmauthaler@htl-saalfelden.at::5c6b7476-517f-484b-8d40-f259dc601a75" providerId="AD" clId="Web-{2096CD9A-CB93-4C37-BDB0-7214AECFEACA}" dt="2025-03-13T07:22:40.492" v="0"/>
          <ac:graphicFrameMkLst>
            <pc:docMk/>
            <pc:sldMk cId="0" sldId="584"/>
            <ac:graphicFrameMk id="7" creationId="{AB5CA1AE-92B2-CEC7-3A55-2AE2F8EA1513}"/>
          </ac:graphicFrameMkLst>
        </pc:graphicFrameChg>
      </pc:sldChg>
    </pc:docChg>
  </pc:docChgLst>
  <pc:docChgLst>
    <pc:chgData name="Hafner Florian" userId="b48d43ab-bf96-491b-90f5-9683a08bc007" providerId="ADAL" clId="{61D53FF2-06EB-4087-A933-F3FA8DD54455}"/>
    <pc:docChg chg="undo custSel modSld">
      <pc:chgData name="Hafner Florian" userId="b48d43ab-bf96-491b-90f5-9683a08bc007" providerId="ADAL" clId="{61D53FF2-06EB-4087-A933-F3FA8DD54455}" dt="2025-02-06T09:03:50.858" v="46" actId="790"/>
      <pc:docMkLst>
        <pc:docMk/>
      </pc:docMkLst>
      <pc:sldChg chg="addSp delSp modSp mod modClrScheme chgLayout">
        <pc:chgData name="Hafner Florian" userId="b48d43ab-bf96-491b-90f5-9683a08bc007" providerId="ADAL" clId="{61D53FF2-06EB-4087-A933-F3FA8DD54455}" dt="2025-02-06T09:03:50.858" v="46" actId="790"/>
        <pc:sldMkLst>
          <pc:docMk/>
          <pc:sldMk cId="0" sldId="570"/>
        </pc:sldMkLst>
        <pc:spChg chg="mod ord">
          <ac:chgData name="Hafner Florian" userId="b48d43ab-bf96-491b-90f5-9683a08bc007" providerId="ADAL" clId="{61D53FF2-06EB-4087-A933-F3FA8DD54455}" dt="2025-02-06T09:02:53.146" v="39" actId="700"/>
          <ac:spMkLst>
            <pc:docMk/>
            <pc:sldMk cId="0" sldId="570"/>
            <ac:spMk id="2" creationId="{00000000-0000-0000-0000-000000000000}"/>
          </ac:spMkLst>
        </pc:spChg>
        <pc:spChg chg="mod">
          <ac:chgData name="Hafner Florian" userId="b48d43ab-bf96-491b-90f5-9683a08bc007" providerId="ADAL" clId="{61D53FF2-06EB-4087-A933-F3FA8DD54455}" dt="2025-02-06T09:03:50.858" v="46" actId="790"/>
          <ac:spMkLst>
            <pc:docMk/>
            <pc:sldMk cId="0" sldId="570"/>
            <ac:spMk id="5" creationId="{00000000-0000-0000-0000-000000000000}"/>
          </ac:spMkLst>
        </pc:spChg>
        <pc:spChg chg="mod ord">
          <ac:chgData name="Hafner Florian" userId="b48d43ab-bf96-491b-90f5-9683a08bc007" providerId="ADAL" clId="{61D53FF2-06EB-4087-A933-F3FA8DD54455}" dt="2025-02-06T09:02:53.146" v="39" actId="700"/>
          <ac:spMkLst>
            <pc:docMk/>
            <pc:sldMk cId="0" sldId="570"/>
            <ac:spMk id="8" creationId="{00000000-0000-0000-0000-000000000000}"/>
          </ac:spMkLst>
        </pc:spChg>
        <pc:spChg chg="mod ord">
          <ac:chgData name="Hafner Florian" userId="b48d43ab-bf96-491b-90f5-9683a08bc007" providerId="ADAL" clId="{61D53FF2-06EB-4087-A933-F3FA8DD54455}" dt="2025-02-06T09:02:53.146" v="39" actId="700"/>
          <ac:spMkLst>
            <pc:docMk/>
            <pc:sldMk cId="0" sldId="570"/>
            <ac:spMk id="9" creationId="{00000000-0000-0000-0000-000000000000}"/>
          </ac:spMkLst>
        </pc:spChg>
        <pc:graphicFrameChg chg="add mod">
          <ac:chgData name="Hafner Florian" userId="b48d43ab-bf96-491b-90f5-9683a08bc007" providerId="ADAL" clId="{61D53FF2-06EB-4087-A933-F3FA8DD54455}" dt="2025-02-06T09:03:33.211" v="45"/>
          <ac:graphicFrameMkLst>
            <pc:docMk/>
            <pc:sldMk cId="0" sldId="570"/>
            <ac:graphicFrameMk id="4" creationId="{B2AF9E64-547F-ACC7-F033-8065BA025A46}"/>
          </ac:graphicFrameMkLst>
        </pc:graphicFrameChg>
      </pc:sldChg>
      <pc:sldChg chg="addSp delSp modSp mod modClrScheme chgLayout">
        <pc:chgData name="Hafner Florian" userId="b48d43ab-bf96-491b-90f5-9683a08bc007" providerId="ADAL" clId="{61D53FF2-06EB-4087-A933-F3FA8DD54455}" dt="2025-02-06T09:02:26.149" v="37" actId="1076"/>
        <pc:sldMkLst>
          <pc:docMk/>
          <pc:sldMk cId="0" sldId="584"/>
        </pc:sldMkLst>
        <pc:spChg chg="add del mod">
          <ac:chgData name="Hafner Florian" userId="b48d43ab-bf96-491b-90f5-9683a08bc007" providerId="ADAL" clId="{61D53FF2-06EB-4087-A933-F3FA8DD54455}" dt="2025-02-06T09:01:50.274" v="34" actId="26606"/>
          <ac:spMkLst>
            <pc:docMk/>
            <pc:sldMk cId="0" sldId="584"/>
            <ac:spMk id="2" creationId="{00000000-0000-0000-0000-000000000000}"/>
          </ac:spMkLst>
        </pc:spChg>
        <pc:spChg chg="mod">
          <ac:chgData name="Hafner Florian" userId="b48d43ab-bf96-491b-90f5-9683a08bc007" providerId="ADAL" clId="{61D53FF2-06EB-4087-A933-F3FA8DD54455}" dt="2025-02-06T09:02:26.149" v="37" actId="1076"/>
          <ac:spMkLst>
            <pc:docMk/>
            <pc:sldMk cId="0" sldId="584"/>
            <ac:spMk id="5" creationId="{00000000-0000-0000-0000-000000000000}"/>
          </ac:spMkLst>
        </pc:spChg>
        <pc:spChg chg="mod">
          <ac:chgData name="Hafner Florian" userId="b48d43ab-bf96-491b-90f5-9683a08bc007" providerId="ADAL" clId="{61D53FF2-06EB-4087-A933-F3FA8DD54455}" dt="2025-02-06T09:01:50.274" v="34" actId="26606"/>
          <ac:spMkLst>
            <pc:docMk/>
            <pc:sldMk cId="0" sldId="584"/>
            <ac:spMk id="8" creationId="{00000000-0000-0000-0000-000000000000}"/>
          </ac:spMkLst>
        </pc:spChg>
        <pc:spChg chg="mod">
          <ac:chgData name="Hafner Florian" userId="b48d43ab-bf96-491b-90f5-9683a08bc007" providerId="ADAL" clId="{61D53FF2-06EB-4087-A933-F3FA8DD54455}" dt="2025-02-06T09:01:50.274" v="34" actId="26606"/>
          <ac:spMkLst>
            <pc:docMk/>
            <pc:sldMk cId="0" sldId="584"/>
            <ac:spMk id="9" creationId="{00000000-0000-0000-0000-000000000000}"/>
          </ac:spMkLst>
        </pc:spChg>
        <pc:graphicFrameChg chg="add mod">
          <ac:chgData name="Hafner Florian" userId="b48d43ab-bf96-491b-90f5-9683a08bc007" providerId="ADAL" clId="{61D53FF2-06EB-4087-A933-F3FA8DD54455}" dt="2025-02-06T09:02:15.168" v="35" actId="1076"/>
          <ac:graphicFrameMkLst>
            <pc:docMk/>
            <pc:sldMk cId="0" sldId="584"/>
            <ac:graphicFrameMk id="7" creationId="{AB5CA1AE-92B2-CEC7-3A55-2AE2F8EA1513}"/>
          </ac:graphicFrameMkLst>
        </pc:graphicFrameChg>
      </pc:sldChg>
    </pc:docChg>
  </pc:docChgLst>
  <pc:docChgLst>
    <pc:chgData name="Eder Jonas" userId="fa0059ff-45ff-44a0-8b68-1ddf442034b8" providerId="ADAL" clId="{9324234C-2BB1-4587-9708-87AE894F543A}"/>
    <pc:docChg chg="undo custSel modSld">
      <pc:chgData name="Eder Jonas" userId="fa0059ff-45ff-44a0-8b68-1ddf442034b8" providerId="ADAL" clId="{9324234C-2BB1-4587-9708-87AE894F543A}" dt="2025-03-13T07:25:17.911" v="251" actId="20577"/>
      <pc:docMkLst>
        <pc:docMk/>
      </pc:docMkLst>
      <pc:sldChg chg="modSp">
        <pc:chgData name="Eder Jonas" userId="fa0059ff-45ff-44a0-8b68-1ddf442034b8" providerId="ADAL" clId="{9324234C-2BB1-4587-9708-87AE894F543A}" dt="2025-03-13T07:23:27.147" v="207" actId="20577"/>
        <pc:sldMkLst>
          <pc:docMk/>
          <pc:sldMk cId="0" sldId="367"/>
        </pc:sldMkLst>
        <pc:graphicFrameChg chg="mod">
          <ac:chgData name="Eder Jonas" userId="fa0059ff-45ff-44a0-8b68-1ddf442034b8" providerId="ADAL" clId="{9324234C-2BB1-4587-9708-87AE894F543A}" dt="2025-03-13T07:23:27.147" v="207" actId="20577"/>
          <ac:graphicFrameMkLst>
            <pc:docMk/>
            <pc:sldMk cId="0" sldId="367"/>
            <ac:graphicFrameMk id="12" creationId="{E0ECFA66-2631-DA02-3211-09773E9AF8B3}"/>
          </ac:graphicFrameMkLst>
        </pc:graphicFrameChg>
      </pc:sldChg>
      <pc:sldChg chg="addSp delSp modSp mod">
        <pc:chgData name="Eder Jonas" userId="fa0059ff-45ff-44a0-8b68-1ddf442034b8" providerId="ADAL" clId="{9324234C-2BB1-4587-9708-87AE894F543A}" dt="2025-03-13T07:18:22.201" v="158" actId="27918"/>
        <pc:sldMkLst>
          <pc:docMk/>
          <pc:sldMk cId="0" sldId="570"/>
        </pc:sldMkLst>
        <pc:spChg chg="mod">
          <ac:chgData name="Eder Jonas" userId="fa0059ff-45ff-44a0-8b68-1ddf442034b8" providerId="ADAL" clId="{9324234C-2BB1-4587-9708-87AE894F543A}" dt="2025-03-13T07:18:13.660" v="157" actId="20577"/>
          <ac:spMkLst>
            <pc:docMk/>
            <pc:sldMk cId="0" sldId="570"/>
            <ac:spMk id="5" creationId="{00000000-0000-0000-0000-000000000000}"/>
          </ac:spMkLst>
        </pc:spChg>
        <pc:graphicFrameChg chg="add mod">
          <ac:chgData name="Eder Jonas" userId="fa0059ff-45ff-44a0-8b68-1ddf442034b8" providerId="ADAL" clId="{9324234C-2BB1-4587-9708-87AE894F543A}" dt="2025-03-13T07:17:55.017" v="148" actId="1076"/>
          <ac:graphicFrameMkLst>
            <pc:docMk/>
            <pc:sldMk cId="0" sldId="570"/>
            <ac:graphicFrameMk id="3" creationId="{B2AF9E64-547F-ACC7-F033-8065BA025A46}"/>
          </ac:graphicFrameMkLst>
        </pc:graphicFrameChg>
        <pc:graphicFrameChg chg="del">
          <ac:chgData name="Eder Jonas" userId="fa0059ff-45ff-44a0-8b68-1ddf442034b8" providerId="ADAL" clId="{9324234C-2BB1-4587-9708-87AE894F543A}" dt="2025-03-13T07:17:29.952" v="141" actId="478"/>
          <ac:graphicFrameMkLst>
            <pc:docMk/>
            <pc:sldMk cId="0" sldId="570"/>
            <ac:graphicFrameMk id="4" creationId="{B2AF9E64-547F-ACC7-F033-8065BA025A46}"/>
          </ac:graphicFrameMkLst>
        </pc:graphicFrameChg>
      </pc:sldChg>
      <pc:sldChg chg="addSp modSp mod">
        <pc:chgData name="Eder Jonas" userId="fa0059ff-45ff-44a0-8b68-1ddf442034b8" providerId="ADAL" clId="{9324234C-2BB1-4587-9708-87AE894F543A}" dt="2025-03-13T06:57:52.708" v="85" actId="13926"/>
        <pc:sldMkLst>
          <pc:docMk/>
          <pc:sldMk cId="0" sldId="582"/>
        </pc:sldMkLst>
        <pc:graphicFrameChg chg="mod modGraphic">
          <ac:chgData name="Eder Jonas" userId="fa0059ff-45ff-44a0-8b68-1ddf442034b8" providerId="ADAL" clId="{9324234C-2BB1-4587-9708-87AE894F543A}" dt="2025-03-13T06:57:52.708" v="85" actId="13926"/>
          <ac:graphicFrameMkLst>
            <pc:docMk/>
            <pc:sldMk cId="0" sldId="582"/>
            <ac:graphicFrameMk id="4" creationId="{00000000-0000-0000-0000-000000000000}"/>
          </ac:graphicFrameMkLst>
        </pc:graphicFrameChg>
        <pc:graphicFrameChg chg="add mod">
          <ac:chgData name="Eder Jonas" userId="fa0059ff-45ff-44a0-8b68-1ddf442034b8" providerId="ADAL" clId="{9324234C-2BB1-4587-9708-87AE894F543A}" dt="2025-03-13T06:57:31.978" v="83"/>
          <ac:graphicFrameMkLst>
            <pc:docMk/>
            <pc:sldMk cId="0" sldId="582"/>
            <ac:graphicFrameMk id="5" creationId="{85DEA6AD-13AC-BF29-E24B-29754D61F836}"/>
          </ac:graphicFrameMkLst>
        </pc:graphicFrameChg>
      </pc:sldChg>
      <pc:sldChg chg="modSp">
        <pc:chgData name="Eder Jonas" userId="fa0059ff-45ff-44a0-8b68-1ddf442034b8" providerId="ADAL" clId="{9324234C-2BB1-4587-9708-87AE894F543A}" dt="2025-03-13T07:25:17.911" v="251" actId="20577"/>
        <pc:sldMkLst>
          <pc:docMk/>
          <pc:sldMk cId="0" sldId="583"/>
        </pc:sldMkLst>
        <pc:graphicFrameChg chg="mod">
          <ac:chgData name="Eder Jonas" userId="fa0059ff-45ff-44a0-8b68-1ddf442034b8" providerId="ADAL" clId="{9324234C-2BB1-4587-9708-87AE894F543A}" dt="2025-03-13T07:25:17.911" v="251" actId="20577"/>
          <ac:graphicFrameMkLst>
            <pc:docMk/>
            <pc:sldMk cId="0" sldId="583"/>
            <ac:graphicFrameMk id="12" creationId="{C95C0872-C4A8-5365-E54B-E93176C0434A}"/>
          </ac:graphicFrameMkLst>
        </pc:graphicFrameChg>
      </pc:sldChg>
      <pc:sldChg chg="modSp mod">
        <pc:chgData name="Eder Jonas" userId="fa0059ff-45ff-44a0-8b68-1ddf442034b8" providerId="ADAL" clId="{9324234C-2BB1-4587-9708-87AE894F543A}" dt="2025-03-13T06:50:34.925" v="47" actId="20577"/>
        <pc:sldMkLst>
          <pc:docMk/>
          <pc:sldMk cId="2046662241" sldId="585"/>
        </pc:sldMkLst>
        <pc:spChg chg="mod">
          <ac:chgData name="Eder Jonas" userId="fa0059ff-45ff-44a0-8b68-1ddf442034b8" providerId="ADAL" clId="{9324234C-2BB1-4587-9708-87AE894F543A}" dt="2025-03-13T06:50:34.925" v="47" actId="20577"/>
          <ac:spMkLst>
            <pc:docMk/>
            <pc:sldMk cId="2046662241" sldId="585"/>
            <ac:spMk id="3" creationId="{9FAA49B0-7914-7593-24F5-A9D7BD6DE9EF}"/>
          </ac:spMkLst>
        </pc:spChg>
      </pc:sldChg>
    </pc:docChg>
  </pc:docChgLst>
</pc:chgInfo>
</file>

<file path=ppt/charts/_rels/chart1.xml.rels><?xml version="1.0" encoding="UTF-8" standalone="yes"?>
<Relationships xmlns="http://schemas.openxmlformats.org/package/2006/relationships"><Relationship Id="rId3" Type="http://schemas.openxmlformats.org/officeDocument/2006/relationships/oleObject" Target="https://htlsaalfelden322-my.sharepoint.com/personal/philip_ellmauthaler_htl-saalfelden_at/Documents/Microsoft%20Teams-Chatdateien/Tabellen.xlsx" TargetMode="External"/><Relationship Id="rId2" Type="http://schemas.microsoft.com/office/2011/relationships/chartColorStyle" Target="colors1.xml"/><Relationship Id="rId1" Type="http://schemas.microsoft.com/office/2011/relationships/chartStyle" Target="style1.xml"/></Relationships>
</file>

<file path=ppt/charts/_rels/chart2.xml.rels><?xml version="1.0" encoding="UTF-8" standalone="yes"?>
<Relationships xmlns="http://schemas.openxmlformats.org/package/2006/relationships"><Relationship Id="rId3" Type="http://schemas.openxmlformats.org/officeDocument/2006/relationships/oleObject" Target="https://htlsaalfelden322-my.sharepoint.com/personal/philip_ellmauthaler_htl-saalfelden_at/Documents/Microsoft%20Teams-Chatdateien/Tabellen.xlsx" TargetMode="External"/><Relationship Id="rId2" Type="http://schemas.microsoft.com/office/2011/relationships/chartColorStyle" Target="colors2.xml"/><Relationship Id="rId1" Type="http://schemas.microsoft.com/office/2011/relationships/chartStyle" Target="style2.xml"/></Relationships>
</file>

<file path=ppt/charts/chart1.xml><?xml version="1.0" encoding="utf-8"?>
<c:chartSpace xmlns:c="http://schemas.openxmlformats.org/drawingml/2006/chart" xmlns:a="http://schemas.openxmlformats.org/drawingml/2006/main" xmlns:r="http://schemas.openxmlformats.org/officeDocument/2006/relationships" xmlns:c16r2="http://schemas.microsoft.com/office/drawing/2015/06/chart">
  <c:date1904 val="0"/>
  <c:lang val="de-DE"/>
  <c:roundedCorners val="0"/>
  <mc:AlternateContent xmlns:mc="http://schemas.openxmlformats.org/markup-compatibility/2006">
    <mc:Choice xmlns:c14="http://schemas.microsoft.com/office/drawing/2007/8/2/chart" Requires="c14">
      <c14:style val="102"/>
    </mc:Choice>
    <mc:Fallback>
      <c:style val="2"/>
    </mc:Fallback>
  </mc:AlternateContent>
  <c:chart>
    <c:title>
      <c:tx>
        <c:rich>
          <a:bodyPr rot="0" spcFirstLastPara="1" vertOverflow="ellipsis" vert="horz" wrap="square" anchor="ctr" anchorCtr="1"/>
          <a:lstStyle/>
          <a:p>
            <a:pPr>
              <a:defRPr sz="1600" b="1" i="0" u="none" strike="noStrike" kern="1200" cap="all" spc="120" normalizeH="0" baseline="0">
                <a:solidFill>
                  <a:schemeClr val="tx1">
                    <a:lumMod val="65000"/>
                    <a:lumOff val="35000"/>
                  </a:schemeClr>
                </a:solidFill>
                <a:latin typeface="+mn-lt"/>
                <a:ea typeface="+mn-ea"/>
                <a:cs typeface="+mn-cs"/>
              </a:defRPr>
            </a:pPr>
            <a:r>
              <a:rPr lang="de-DE"/>
              <a:t>Sprint Burn-Down Chart</a:t>
            </a:r>
          </a:p>
        </c:rich>
      </c:tx>
      <c:overlay val="0"/>
      <c:spPr>
        <a:noFill/>
        <a:ln>
          <a:noFill/>
        </a:ln>
        <a:effectLst/>
      </c:spPr>
      <c:txPr>
        <a:bodyPr rot="0" spcFirstLastPara="1" vertOverflow="ellipsis" vert="horz" wrap="square" anchor="ctr" anchorCtr="1"/>
        <a:lstStyle/>
        <a:p>
          <a:pPr>
            <a:defRPr sz="1600" b="1" i="0" u="none" strike="noStrike" kern="1200" cap="all" spc="120" normalizeH="0" baseline="0">
              <a:solidFill>
                <a:schemeClr val="tx1">
                  <a:lumMod val="65000"/>
                  <a:lumOff val="35000"/>
                </a:schemeClr>
              </a:solidFill>
              <a:latin typeface="+mn-lt"/>
              <a:ea typeface="+mn-ea"/>
              <a:cs typeface="+mn-cs"/>
            </a:defRPr>
          </a:pPr>
          <a:endParaRPr lang="de-DE"/>
        </a:p>
      </c:txPr>
    </c:title>
    <c:autoTitleDeleted val="0"/>
    <c:plotArea>
      <c:layout>
        <c:manualLayout>
          <c:layoutTarget val="inner"/>
          <c:xMode val="edge"/>
          <c:yMode val="edge"/>
          <c:x val="0.11920603674540682"/>
          <c:y val="0.17585700377474509"/>
          <c:w val="0.84746062992125981"/>
          <c:h val="0.64949356926913415"/>
        </c:manualLayout>
      </c:layout>
      <c:lineChart>
        <c:grouping val="standard"/>
        <c:varyColors val="0"/>
        <c:ser>
          <c:idx val="0"/>
          <c:order val="0"/>
          <c:tx>
            <c:strRef>
              <c:f>Tabelle1!$B$11</c:f>
              <c:strCache>
                <c:ptCount val="1"/>
                <c:pt idx="0">
                  <c:v>Ideal Work Remaining</c:v>
                </c:pt>
              </c:strCache>
            </c:strRef>
          </c:tx>
          <c:spPr>
            <a:ln w="22225" cap="rnd">
              <a:solidFill>
                <a:schemeClr val="tx1"/>
              </a:solidFill>
              <a:prstDash val="sysDash"/>
              <a:round/>
            </a:ln>
            <a:effectLst/>
          </c:spPr>
          <c:marker>
            <c:symbol val="none"/>
          </c:marker>
          <c:dLbls>
            <c:spPr>
              <a:noFill/>
              <a:ln>
                <a:noFill/>
              </a:ln>
              <a:effectLst/>
            </c:spPr>
            <c:txPr>
              <a:bodyPr rot="0" spcFirstLastPara="1" vertOverflow="ellipsis" vert="horz" wrap="square" lIns="38100" tIns="19050" rIns="38100" bIns="19050" anchor="ctr" anchorCtr="1">
                <a:spAutoFit/>
              </a:bodyPr>
              <a:lstStyle/>
              <a:p>
                <a:pPr>
                  <a:defRPr sz="900" b="0" i="0" u="none" strike="noStrike" kern="1200" baseline="0">
                    <a:solidFill>
                      <a:schemeClr val="tx1">
                        <a:lumMod val="50000"/>
                        <a:lumOff val="50000"/>
                      </a:schemeClr>
                    </a:solidFill>
                    <a:latin typeface="+mn-lt"/>
                    <a:ea typeface="+mn-ea"/>
                    <a:cs typeface="+mn-cs"/>
                  </a:defRPr>
                </a:pPr>
                <a:endParaRPr lang="de-DE"/>
              </a:p>
            </c:txPr>
            <c:dLblPos val="t"/>
            <c:showLegendKey val="0"/>
            <c:showVal val="1"/>
            <c:showCatName val="0"/>
            <c:showSerName val="0"/>
            <c:showPercent val="0"/>
            <c:showBubbleSize val="0"/>
            <c:showLeaderLines val="0"/>
            <c:extLst>
              <c:ext xmlns:c15="http://schemas.microsoft.com/office/drawing/2012/chart" uri="{CE6537A1-D6FC-4f65-9D91-7224C49458BB}">
                <c15:showLeaderLines val="1"/>
                <c15:leaderLines>
                  <c:spPr>
                    <a:ln w="9525">
                      <a:solidFill>
                        <a:schemeClr val="tx1">
                          <a:lumMod val="35000"/>
                          <a:lumOff val="65000"/>
                        </a:schemeClr>
                      </a:solidFill>
                    </a:ln>
                    <a:effectLst/>
                  </c:spPr>
                </c15:leaderLines>
              </c:ext>
            </c:extLst>
          </c:dLbls>
          <c:cat>
            <c:numRef>
              <c:f>Tabelle1!$A$12:$A$18</c:f>
              <c:numCache>
                <c:formatCode>General</c:formatCode>
                <c:ptCount val="4"/>
                <c:pt idx="0">
                  <c:v>0</c:v>
                </c:pt>
                <c:pt idx="1">
                  <c:v>1</c:v>
                </c:pt>
                <c:pt idx="2">
                  <c:v>2</c:v>
                </c:pt>
                <c:pt idx="3">
                  <c:v>3</c:v>
                </c:pt>
              </c:numCache>
            </c:numRef>
          </c:cat>
          <c:val>
            <c:numRef>
              <c:f>Tabelle1!$B$12:$B$18</c:f>
              <c:numCache>
                <c:formatCode>General</c:formatCode>
                <c:ptCount val="4"/>
                <c:pt idx="0">
                  <c:v>70</c:v>
                </c:pt>
                <c:pt idx="1">
                  <c:v>50</c:v>
                </c:pt>
                <c:pt idx="2">
                  <c:v>30</c:v>
                </c:pt>
                <c:pt idx="3">
                  <c:v>0</c:v>
                </c:pt>
              </c:numCache>
            </c:numRef>
          </c:val>
          <c:smooth val="0"/>
          <c:extLst>
            <c:ext xmlns:c16="http://schemas.microsoft.com/office/drawing/2014/chart" uri="{C3380CC4-5D6E-409C-BE32-E72D297353CC}">
              <c16:uniqueId val="{00000000-9795-4959-89A4-AED65CBB9FDE}"/>
            </c:ext>
          </c:extLst>
        </c:ser>
        <c:ser>
          <c:idx val="1"/>
          <c:order val="1"/>
          <c:tx>
            <c:strRef>
              <c:f>Tabelle1!$C$11</c:f>
              <c:strCache>
                <c:ptCount val="1"/>
                <c:pt idx="0">
                  <c:v>Actual Work Remaining</c:v>
                </c:pt>
              </c:strCache>
            </c:strRef>
          </c:tx>
          <c:spPr>
            <a:ln w="22225" cap="rnd">
              <a:solidFill>
                <a:schemeClr val="tx2">
                  <a:lumMod val="75000"/>
                  <a:lumOff val="25000"/>
                </a:schemeClr>
              </a:solidFill>
              <a:round/>
            </a:ln>
            <a:effectLst/>
          </c:spPr>
          <c:marker>
            <c:symbol val="square"/>
            <c:size val="6"/>
            <c:spPr>
              <a:solidFill>
                <a:schemeClr val="tx2">
                  <a:lumMod val="75000"/>
                  <a:lumOff val="25000"/>
                </a:schemeClr>
              </a:solidFill>
              <a:ln w="9525">
                <a:solidFill>
                  <a:schemeClr val="tx2">
                    <a:lumMod val="75000"/>
                    <a:lumOff val="25000"/>
                  </a:schemeClr>
                </a:solidFill>
                <a:round/>
              </a:ln>
              <a:effectLst/>
            </c:spPr>
          </c:marker>
          <c:dLbls>
            <c:spPr>
              <a:noFill/>
              <a:ln>
                <a:noFill/>
              </a:ln>
              <a:effectLst/>
            </c:spPr>
            <c:txPr>
              <a:bodyPr rot="0" spcFirstLastPara="1" vertOverflow="ellipsis" vert="horz" wrap="square" lIns="38100" tIns="19050" rIns="38100" bIns="19050" anchor="ctr" anchorCtr="1">
                <a:spAutoFit/>
              </a:bodyPr>
              <a:lstStyle/>
              <a:p>
                <a:pPr>
                  <a:defRPr sz="900" b="0" i="0" u="none" strike="noStrike" kern="1200" baseline="0">
                    <a:solidFill>
                      <a:schemeClr val="tx1">
                        <a:lumMod val="50000"/>
                        <a:lumOff val="50000"/>
                      </a:schemeClr>
                    </a:solidFill>
                    <a:latin typeface="+mn-lt"/>
                    <a:ea typeface="+mn-ea"/>
                    <a:cs typeface="+mn-cs"/>
                  </a:defRPr>
                </a:pPr>
                <a:endParaRPr lang="de-DE"/>
              </a:p>
            </c:txPr>
            <c:dLblPos val="t"/>
            <c:showLegendKey val="0"/>
            <c:showVal val="1"/>
            <c:showCatName val="0"/>
            <c:showSerName val="0"/>
            <c:showPercent val="0"/>
            <c:showBubbleSize val="0"/>
            <c:showLeaderLines val="0"/>
            <c:extLst>
              <c:ext xmlns:c15="http://schemas.microsoft.com/office/drawing/2012/chart" uri="{CE6537A1-D6FC-4f65-9D91-7224C49458BB}">
                <c15:showLeaderLines val="1"/>
                <c15:leaderLines>
                  <c:spPr>
                    <a:ln w="9525">
                      <a:solidFill>
                        <a:schemeClr val="tx1">
                          <a:lumMod val="35000"/>
                          <a:lumOff val="65000"/>
                        </a:schemeClr>
                      </a:solidFill>
                    </a:ln>
                    <a:effectLst/>
                  </c:spPr>
                </c15:leaderLines>
              </c:ext>
            </c:extLst>
          </c:dLbls>
          <c:cat>
            <c:numRef>
              <c:f>Tabelle1!$A$12:$A$18</c:f>
              <c:numCache>
                <c:formatCode>General</c:formatCode>
                <c:ptCount val="4"/>
                <c:pt idx="0">
                  <c:v>0</c:v>
                </c:pt>
                <c:pt idx="1">
                  <c:v>1</c:v>
                </c:pt>
                <c:pt idx="2">
                  <c:v>2</c:v>
                </c:pt>
                <c:pt idx="3">
                  <c:v>3</c:v>
                </c:pt>
              </c:numCache>
            </c:numRef>
          </c:cat>
          <c:val>
            <c:numRef>
              <c:f>Tabelle1!$C$12:$C$18</c:f>
              <c:numCache>
                <c:formatCode>General</c:formatCode>
                <c:ptCount val="4"/>
                <c:pt idx="0">
                  <c:v>70</c:v>
                </c:pt>
                <c:pt idx="1">
                  <c:v>45</c:v>
                </c:pt>
                <c:pt idx="2">
                  <c:v>30</c:v>
                </c:pt>
                <c:pt idx="3">
                  <c:v>0</c:v>
                </c:pt>
              </c:numCache>
            </c:numRef>
          </c:val>
          <c:smooth val="0"/>
          <c:extLst>
            <c:ext xmlns:c16="http://schemas.microsoft.com/office/drawing/2014/chart" uri="{C3380CC4-5D6E-409C-BE32-E72D297353CC}">
              <c16:uniqueId val="{00000001-9795-4959-89A4-AED65CBB9FDE}"/>
            </c:ext>
          </c:extLst>
        </c:ser>
        <c:dLbls>
          <c:dLblPos val="t"/>
          <c:showLegendKey val="0"/>
          <c:showVal val="1"/>
          <c:showCatName val="0"/>
          <c:showSerName val="0"/>
          <c:showPercent val="0"/>
          <c:showBubbleSize val="0"/>
        </c:dLbls>
        <c:smooth val="0"/>
        <c:axId val="373446176"/>
        <c:axId val="373444736"/>
      </c:lineChart>
      <c:catAx>
        <c:axId val="373446176"/>
        <c:scaling>
          <c:orientation val="minMax"/>
        </c:scaling>
        <c:delete val="0"/>
        <c:axPos val="b"/>
        <c:title>
          <c:tx>
            <c:rich>
              <a:bodyPr rot="0" spcFirstLastPara="1" vertOverflow="ellipsis" vert="horz" wrap="square" anchor="ctr" anchorCtr="1"/>
              <a:lstStyle/>
              <a:p>
                <a:pPr>
                  <a:defRPr sz="900" b="0" i="0" u="none" strike="noStrike" kern="1200" cap="all" baseline="0">
                    <a:solidFill>
                      <a:schemeClr val="tx1">
                        <a:lumMod val="65000"/>
                        <a:lumOff val="35000"/>
                      </a:schemeClr>
                    </a:solidFill>
                    <a:latin typeface="+mn-lt"/>
                    <a:ea typeface="+mn-ea"/>
                    <a:cs typeface="+mn-cs"/>
                  </a:defRPr>
                </a:pPr>
                <a:r>
                  <a:rPr lang="de-DE"/>
                  <a:t>Days in the Sprint </a:t>
                </a:r>
              </a:p>
            </c:rich>
          </c:tx>
          <c:overlay val="0"/>
          <c:spPr>
            <a:noFill/>
            <a:ln>
              <a:noFill/>
            </a:ln>
            <a:effectLst/>
          </c:spPr>
          <c:txPr>
            <a:bodyPr rot="0" spcFirstLastPara="1" vertOverflow="ellipsis" vert="horz" wrap="square" anchor="ctr" anchorCtr="1"/>
            <a:lstStyle/>
            <a:p>
              <a:pPr>
                <a:defRPr sz="900" b="0" i="0" u="none" strike="noStrike" kern="1200" cap="all" baseline="0">
                  <a:solidFill>
                    <a:schemeClr val="tx1">
                      <a:lumMod val="65000"/>
                      <a:lumOff val="35000"/>
                    </a:schemeClr>
                  </a:solidFill>
                  <a:latin typeface="+mn-lt"/>
                  <a:ea typeface="+mn-ea"/>
                  <a:cs typeface="+mn-cs"/>
                </a:defRPr>
              </a:pPr>
              <a:endParaRPr lang="de-DE"/>
            </a:p>
          </c:txPr>
        </c:title>
        <c:numFmt formatCode="General" sourceLinked="1"/>
        <c:majorTickMark val="none"/>
        <c:minorTickMark val="none"/>
        <c:tickLblPos val="nextTo"/>
        <c:spPr>
          <a:noFill/>
          <a:ln w="9525" cap="flat" cmpd="sng" algn="ctr">
            <a:solidFill>
              <a:schemeClr val="tx1">
                <a:lumMod val="15000"/>
                <a:lumOff val="85000"/>
              </a:schemeClr>
            </a:solidFill>
            <a:round/>
          </a:ln>
          <a:effectLst/>
        </c:spPr>
        <c:txPr>
          <a:bodyPr rot="-60000000" spcFirstLastPara="1" vertOverflow="ellipsis" vert="horz" wrap="square" anchor="ctr" anchorCtr="1"/>
          <a:lstStyle/>
          <a:p>
            <a:pPr>
              <a:defRPr sz="800" b="0" i="0" u="none" strike="noStrike" kern="1200" cap="all" spc="120" normalizeH="0" baseline="0">
                <a:solidFill>
                  <a:schemeClr val="tx1">
                    <a:lumMod val="65000"/>
                    <a:lumOff val="35000"/>
                  </a:schemeClr>
                </a:solidFill>
                <a:latin typeface="+mn-lt"/>
                <a:ea typeface="+mn-ea"/>
                <a:cs typeface="+mn-cs"/>
              </a:defRPr>
            </a:pPr>
            <a:endParaRPr lang="de-DE"/>
          </a:p>
        </c:txPr>
        <c:crossAx val="373444736"/>
        <c:crosses val="autoZero"/>
        <c:auto val="1"/>
        <c:lblAlgn val="ctr"/>
        <c:lblOffset val="100"/>
        <c:noMultiLvlLbl val="0"/>
      </c:catAx>
      <c:valAx>
        <c:axId val="373444736"/>
        <c:scaling>
          <c:orientation val="minMax"/>
        </c:scaling>
        <c:delete val="0"/>
        <c:axPos val="l"/>
        <c:majorGridlines>
          <c:spPr>
            <a:ln w="9525" cap="flat" cmpd="sng" algn="ctr">
              <a:solidFill>
                <a:schemeClr val="tx1">
                  <a:lumMod val="15000"/>
                  <a:lumOff val="85000"/>
                </a:schemeClr>
              </a:solidFill>
              <a:round/>
            </a:ln>
            <a:effectLst/>
          </c:spPr>
        </c:majorGridlines>
        <c:title>
          <c:tx>
            <c:rich>
              <a:bodyPr rot="-5400000" spcFirstLastPara="1" vertOverflow="ellipsis" vert="horz" wrap="square" anchor="ctr" anchorCtr="1"/>
              <a:lstStyle/>
              <a:p>
                <a:pPr>
                  <a:defRPr sz="900" b="0" i="0" u="none" strike="noStrike" kern="1200" cap="all" baseline="0">
                    <a:solidFill>
                      <a:schemeClr val="tx1">
                        <a:lumMod val="65000"/>
                        <a:lumOff val="35000"/>
                      </a:schemeClr>
                    </a:solidFill>
                    <a:latin typeface="+mn-lt"/>
                    <a:ea typeface="+mn-ea"/>
                    <a:cs typeface="+mn-cs"/>
                  </a:defRPr>
                </a:pPr>
                <a:r>
                  <a:rPr lang="de-DE"/>
                  <a:t>Storypoints in Backlog</a:t>
                </a:r>
              </a:p>
            </c:rich>
          </c:tx>
          <c:layout>
            <c:manualLayout>
              <c:xMode val="edge"/>
              <c:yMode val="edge"/>
              <c:x val="2.7777777777777776E-2"/>
              <c:y val="0.35613882863340568"/>
            </c:manualLayout>
          </c:layout>
          <c:overlay val="0"/>
          <c:spPr>
            <a:noFill/>
            <a:ln>
              <a:noFill/>
            </a:ln>
            <a:effectLst/>
          </c:spPr>
          <c:txPr>
            <a:bodyPr rot="-5400000" spcFirstLastPara="1" vertOverflow="ellipsis" vert="horz" wrap="square" anchor="ctr" anchorCtr="1"/>
            <a:lstStyle/>
            <a:p>
              <a:pPr>
                <a:defRPr sz="900" b="0" i="0" u="none" strike="noStrike" kern="1200" cap="all" baseline="0">
                  <a:solidFill>
                    <a:schemeClr val="tx1">
                      <a:lumMod val="65000"/>
                      <a:lumOff val="35000"/>
                    </a:schemeClr>
                  </a:solidFill>
                  <a:latin typeface="+mn-lt"/>
                  <a:ea typeface="+mn-ea"/>
                  <a:cs typeface="+mn-cs"/>
                </a:defRPr>
              </a:pPr>
              <a:endParaRPr lang="de-DE"/>
            </a:p>
          </c:txPr>
        </c:title>
        <c:numFmt formatCode="General" sourceLinked="1"/>
        <c:majorTickMark val="none"/>
        <c:minorTickMark val="none"/>
        <c:tickLblPos val="nextTo"/>
        <c:spPr>
          <a:noFill/>
          <a:ln w="9525" cap="flat" cmpd="sng" algn="ctr">
            <a:solidFill>
              <a:schemeClr val="dk1">
                <a:lumMod val="15000"/>
                <a:lumOff val="85000"/>
              </a:schemeClr>
            </a:solidFill>
            <a:round/>
          </a:ln>
          <a:effectLst/>
        </c:spPr>
        <c:txPr>
          <a:bodyPr rot="-60000000" spcFirstLastPara="1" vertOverflow="ellipsis" vert="horz" wrap="square" anchor="ctr" anchorCtr="1"/>
          <a:lstStyle/>
          <a:p>
            <a:pPr>
              <a:defRPr sz="900" b="0" i="0" u="none" strike="noStrike" kern="1200" baseline="0">
                <a:solidFill>
                  <a:schemeClr val="tx1">
                    <a:lumMod val="65000"/>
                    <a:lumOff val="35000"/>
                  </a:schemeClr>
                </a:solidFill>
                <a:latin typeface="+mn-lt"/>
                <a:ea typeface="+mn-ea"/>
                <a:cs typeface="+mn-cs"/>
              </a:defRPr>
            </a:pPr>
            <a:endParaRPr lang="de-DE"/>
          </a:p>
        </c:txPr>
        <c:crossAx val="373446176"/>
        <c:crosses val="autoZero"/>
        <c:crossBetween val="between"/>
      </c:valAx>
      <c:spPr>
        <a:noFill/>
        <a:ln>
          <a:noFill/>
        </a:ln>
        <a:effectLst/>
      </c:spPr>
    </c:plotArea>
    <c:plotVisOnly val="1"/>
    <c:dispBlanksAs val="gap"/>
    <c:showDLblsOverMax val="0"/>
  </c:chart>
  <c:spPr>
    <a:noFill/>
    <a:ln>
      <a:noFill/>
    </a:ln>
    <a:effectLst/>
  </c:spPr>
  <c:txPr>
    <a:bodyPr/>
    <a:lstStyle/>
    <a:p>
      <a:pPr>
        <a:defRPr/>
      </a:pPr>
      <a:endParaRPr lang="de-DE"/>
    </a:p>
  </c:txPr>
  <c:externalData r:id="rId3">
    <c:autoUpdate val="0"/>
  </c:externalData>
</c:chartSpace>
</file>

<file path=ppt/charts/chart2.xml><?xml version="1.0" encoding="utf-8"?>
<c:chartSpace xmlns:c="http://schemas.openxmlformats.org/drawingml/2006/chart" xmlns:a="http://schemas.openxmlformats.org/drawingml/2006/main" xmlns:r="http://schemas.openxmlformats.org/officeDocument/2006/relationships" xmlns:c16r2="http://schemas.microsoft.com/office/drawing/2015/06/chart">
  <c:date1904 val="0"/>
  <c:lang val="de-DE"/>
  <c:roundedCorners val="0"/>
  <mc:AlternateContent xmlns:mc="http://schemas.openxmlformats.org/markup-compatibility/2006">
    <mc:Choice xmlns:c14="http://schemas.microsoft.com/office/drawing/2007/8/2/chart" Requires="c14">
      <c14:style val="102"/>
    </mc:Choice>
    <mc:Fallback>
      <c:style val="2"/>
    </mc:Fallback>
  </mc:AlternateContent>
  <c:chart>
    <c:title>
      <c:tx>
        <c:rich>
          <a:bodyPr rot="0" spcFirstLastPara="1" vertOverflow="ellipsis" vert="horz" wrap="square" anchor="ctr" anchorCtr="1"/>
          <a:lstStyle/>
          <a:p>
            <a:pPr algn="ctr" rtl="0">
              <a:defRPr lang="en-US" sz="1600" b="1" i="0" u="none" strike="noStrike" kern="1200" cap="all" spc="120" normalizeH="0" baseline="0">
                <a:solidFill>
                  <a:sysClr val="windowText" lastClr="000000">
                    <a:lumMod val="65000"/>
                    <a:lumOff val="35000"/>
                  </a:sysClr>
                </a:solidFill>
                <a:latin typeface="+mn-lt"/>
                <a:ea typeface="+mn-ea"/>
                <a:cs typeface="+mn-cs"/>
              </a:defRPr>
            </a:pPr>
            <a:r>
              <a:rPr lang="en-US" sz="1600" b="1" i="0" u="none" strike="noStrike" kern="1200" cap="all" spc="120" normalizeH="0" baseline="0">
                <a:solidFill>
                  <a:sysClr val="windowText" lastClr="000000">
                    <a:lumMod val="65000"/>
                    <a:lumOff val="35000"/>
                  </a:sysClr>
                </a:solidFill>
                <a:latin typeface="+mn-lt"/>
                <a:ea typeface="+mn-ea"/>
                <a:cs typeface="+mn-cs"/>
              </a:rPr>
              <a:t>Sprint Velocity</a:t>
            </a:r>
          </a:p>
        </c:rich>
      </c:tx>
      <c:layout>
        <c:manualLayout>
          <c:xMode val="edge"/>
          <c:yMode val="edge"/>
          <c:x val="0.36379431934399686"/>
          <c:y val="5.0925826511456426E-2"/>
        </c:manualLayout>
      </c:layout>
      <c:overlay val="0"/>
      <c:spPr>
        <a:noFill/>
        <a:ln>
          <a:noFill/>
        </a:ln>
        <a:effectLst/>
      </c:spPr>
      <c:txPr>
        <a:bodyPr rot="0" spcFirstLastPara="1" vertOverflow="ellipsis" vert="horz" wrap="square" anchor="ctr" anchorCtr="1"/>
        <a:lstStyle/>
        <a:p>
          <a:pPr algn="ctr" rtl="0">
            <a:defRPr lang="en-US" sz="1600" b="1" i="0" u="none" strike="noStrike" kern="1200" cap="all" spc="120" normalizeH="0" baseline="0">
              <a:solidFill>
                <a:sysClr val="windowText" lastClr="000000">
                  <a:lumMod val="65000"/>
                  <a:lumOff val="35000"/>
                </a:sysClr>
              </a:solidFill>
              <a:latin typeface="+mn-lt"/>
              <a:ea typeface="+mn-ea"/>
              <a:cs typeface="+mn-cs"/>
            </a:defRPr>
          </a:pPr>
          <a:endParaRPr lang="de-DE"/>
        </a:p>
      </c:txPr>
    </c:title>
    <c:autoTitleDeleted val="0"/>
    <c:plotArea>
      <c:layout>
        <c:manualLayout>
          <c:layoutTarget val="inner"/>
          <c:xMode val="edge"/>
          <c:yMode val="edge"/>
          <c:x val="0.12387434069210251"/>
          <c:y val="0.14876858405085658"/>
          <c:w val="0.87594903522820455"/>
          <c:h val="0.72125801983085447"/>
        </c:manualLayout>
      </c:layout>
      <c:barChart>
        <c:barDir val="col"/>
        <c:grouping val="clustered"/>
        <c:varyColors val="0"/>
        <c:ser>
          <c:idx val="0"/>
          <c:order val="0"/>
          <c:tx>
            <c:strRef>
              <c:f>Tabelle1!$A$22</c:f>
              <c:strCache>
                <c:ptCount val="1"/>
                <c:pt idx="0">
                  <c:v>Spalte1</c:v>
                </c:pt>
              </c:strCache>
            </c:strRef>
          </c:tx>
          <c:spPr>
            <a:solidFill>
              <a:schemeClr val="accent1"/>
            </a:solidFill>
            <a:ln>
              <a:noFill/>
            </a:ln>
            <a:effectLst/>
          </c:spPr>
          <c:invertIfNegative val="0"/>
          <c:val>
            <c:numRef>
              <c:f>Tabelle1!$A$23:$A$25</c:f>
              <c:numCache>
                <c:formatCode>General</c:formatCode>
                <c:ptCount val="3"/>
                <c:pt idx="0">
                  <c:v>61</c:v>
                </c:pt>
                <c:pt idx="1">
                  <c:v>60</c:v>
                </c:pt>
                <c:pt idx="2">
                  <c:v>70</c:v>
                </c:pt>
              </c:numCache>
            </c:numRef>
          </c:val>
          <c:extLst>
            <c:ext xmlns:c16="http://schemas.microsoft.com/office/drawing/2014/chart" uri="{C3380CC4-5D6E-409C-BE32-E72D297353CC}">
              <c16:uniqueId val="{00000000-9847-49B1-88B1-C449E383F84A}"/>
            </c:ext>
          </c:extLst>
        </c:ser>
        <c:dLbls>
          <c:showLegendKey val="0"/>
          <c:showVal val="0"/>
          <c:showCatName val="0"/>
          <c:showSerName val="0"/>
          <c:showPercent val="0"/>
          <c:showBubbleSize val="0"/>
        </c:dLbls>
        <c:gapWidth val="219"/>
        <c:overlap val="-27"/>
        <c:axId val="360161728"/>
        <c:axId val="360157888"/>
      </c:barChart>
      <c:catAx>
        <c:axId val="360161728"/>
        <c:scaling>
          <c:orientation val="minMax"/>
        </c:scaling>
        <c:delete val="0"/>
        <c:axPos val="b"/>
        <c:title>
          <c:tx>
            <c:rich>
              <a:bodyPr rot="0" spcFirstLastPara="1" vertOverflow="ellipsis" vert="horz" wrap="square" anchor="ctr" anchorCtr="1"/>
              <a:lstStyle/>
              <a:p>
                <a:pPr>
                  <a:defRPr sz="1000" b="0" i="0" u="none" strike="noStrike" kern="1200" baseline="0">
                    <a:solidFill>
                      <a:schemeClr val="tx1">
                        <a:lumMod val="65000"/>
                        <a:lumOff val="35000"/>
                      </a:schemeClr>
                    </a:solidFill>
                    <a:latin typeface="+mn-lt"/>
                    <a:ea typeface="+mn-ea"/>
                    <a:cs typeface="+mn-cs"/>
                  </a:defRPr>
                </a:pPr>
                <a:r>
                  <a:rPr lang="de-DE"/>
                  <a:t>Sprint</a:t>
                </a:r>
              </a:p>
            </c:rich>
          </c:tx>
          <c:layout>
            <c:manualLayout>
              <c:xMode val="edge"/>
              <c:yMode val="edge"/>
              <c:x val="0.5228025942885306"/>
              <c:y val="0.93634884135208207"/>
            </c:manualLayout>
          </c:layout>
          <c:overlay val="0"/>
          <c:spPr>
            <a:noFill/>
            <a:ln>
              <a:noFill/>
            </a:ln>
            <a:effectLst/>
          </c:spPr>
          <c:txPr>
            <a:bodyPr rot="0" spcFirstLastPara="1" vertOverflow="ellipsis" vert="horz" wrap="square" anchor="ctr" anchorCtr="1"/>
            <a:lstStyle/>
            <a:p>
              <a:pPr>
                <a:defRPr sz="1000" b="0" i="0" u="none" strike="noStrike" kern="1200" baseline="0">
                  <a:solidFill>
                    <a:schemeClr val="tx1">
                      <a:lumMod val="65000"/>
                      <a:lumOff val="35000"/>
                    </a:schemeClr>
                  </a:solidFill>
                  <a:latin typeface="+mn-lt"/>
                  <a:ea typeface="+mn-ea"/>
                  <a:cs typeface="+mn-cs"/>
                </a:defRPr>
              </a:pPr>
              <a:endParaRPr lang="de-DE"/>
            </a:p>
          </c:txPr>
        </c:title>
        <c:majorTickMark val="none"/>
        <c:minorTickMark val="none"/>
        <c:tickLblPos val="nextTo"/>
        <c:spPr>
          <a:noFill/>
          <a:ln w="9525" cap="flat" cmpd="sng" algn="ctr">
            <a:solidFill>
              <a:schemeClr val="tx1">
                <a:lumMod val="15000"/>
                <a:lumOff val="85000"/>
              </a:schemeClr>
            </a:solidFill>
            <a:round/>
          </a:ln>
          <a:effectLst/>
        </c:spPr>
        <c:txPr>
          <a:bodyPr rot="-60000000" spcFirstLastPara="1" vertOverflow="ellipsis" vert="horz" wrap="square" anchor="ctr" anchorCtr="1"/>
          <a:lstStyle/>
          <a:p>
            <a:pPr>
              <a:defRPr sz="900" b="0" i="0" u="none" strike="noStrike" kern="1200" baseline="0">
                <a:solidFill>
                  <a:schemeClr val="tx1">
                    <a:lumMod val="65000"/>
                    <a:lumOff val="35000"/>
                  </a:schemeClr>
                </a:solidFill>
                <a:latin typeface="+mn-lt"/>
                <a:ea typeface="+mn-ea"/>
                <a:cs typeface="+mn-cs"/>
              </a:defRPr>
            </a:pPr>
            <a:endParaRPr lang="de-DE"/>
          </a:p>
        </c:txPr>
        <c:crossAx val="360157888"/>
        <c:crosses val="autoZero"/>
        <c:auto val="1"/>
        <c:lblAlgn val="ctr"/>
        <c:lblOffset val="100"/>
        <c:noMultiLvlLbl val="0"/>
      </c:catAx>
      <c:valAx>
        <c:axId val="360157888"/>
        <c:scaling>
          <c:orientation val="minMax"/>
          <c:min val="0"/>
        </c:scaling>
        <c:delete val="0"/>
        <c:axPos val="l"/>
        <c:majorGridlines>
          <c:spPr>
            <a:ln w="9525" cap="flat" cmpd="sng" algn="ctr">
              <a:solidFill>
                <a:schemeClr val="tx1">
                  <a:lumMod val="15000"/>
                  <a:lumOff val="85000"/>
                </a:schemeClr>
              </a:solidFill>
              <a:round/>
            </a:ln>
            <a:effectLst/>
          </c:spPr>
        </c:majorGridlines>
        <c:title>
          <c:tx>
            <c:rich>
              <a:bodyPr rot="-5400000" spcFirstLastPara="1" vertOverflow="ellipsis" vert="horz" wrap="square" anchor="ctr" anchorCtr="1"/>
              <a:lstStyle/>
              <a:p>
                <a:pPr>
                  <a:defRPr sz="1000" b="0" i="0" u="none" strike="noStrike" kern="1200" baseline="0">
                    <a:solidFill>
                      <a:schemeClr val="tx1">
                        <a:lumMod val="65000"/>
                        <a:lumOff val="35000"/>
                      </a:schemeClr>
                    </a:solidFill>
                    <a:latin typeface="+mn-lt"/>
                    <a:ea typeface="+mn-ea"/>
                    <a:cs typeface="+mn-cs"/>
                  </a:defRPr>
                </a:pPr>
                <a:r>
                  <a:rPr lang="de-DE"/>
                  <a:t>Story Points</a:t>
                </a:r>
              </a:p>
            </c:rich>
          </c:tx>
          <c:layout>
            <c:manualLayout>
              <c:xMode val="edge"/>
              <c:yMode val="edge"/>
              <c:x val="1.8111841772063007E-2"/>
              <c:y val="0.40309678480835787"/>
            </c:manualLayout>
          </c:layout>
          <c:overlay val="0"/>
          <c:spPr>
            <a:noFill/>
            <a:ln>
              <a:noFill/>
            </a:ln>
            <a:effectLst/>
          </c:spPr>
          <c:txPr>
            <a:bodyPr rot="-5400000" spcFirstLastPara="1" vertOverflow="ellipsis" vert="horz" wrap="square" anchor="ctr" anchorCtr="1"/>
            <a:lstStyle/>
            <a:p>
              <a:pPr>
                <a:defRPr sz="1000" b="0" i="0" u="none" strike="noStrike" kern="1200" baseline="0">
                  <a:solidFill>
                    <a:schemeClr val="tx1">
                      <a:lumMod val="65000"/>
                      <a:lumOff val="35000"/>
                    </a:schemeClr>
                  </a:solidFill>
                  <a:latin typeface="+mn-lt"/>
                  <a:ea typeface="+mn-ea"/>
                  <a:cs typeface="+mn-cs"/>
                </a:defRPr>
              </a:pPr>
              <a:endParaRPr lang="de-DE"/>
            </a:p>
          </c:txPr>
        </c:title>
        <c:numFmt formatCode="General" sourceLinked="1"/>
        <c:majorTickMark val="none"/>
        <c:minorTickMark val="none"/>
        <c:tickLblPos val="nextTo"/>
        <c:spPr>
          <a:noFill/>
          <a:ln>
            <a:noFill/>
          </a:ln>
          <a:effectLst/>
        </c:spPr>
        <c:txPr>
          <a:bodyPr rot="-60000000" spcFirstLastPara="1" vertOverflow="ellipsis" vert="horz" wrap="square" anchor="ctr" anchorCtr="1"/>
          <a:lstStyle/>
          <a:p>
            <a:pPr>
              <a:defRPr sz="900" b="0" i="0" u="none" strike="noStrike" kern="1200" baseline="0">
                <a:solidFill>
                  <a:schemeClr val="tx1">
                    <a:lumMod val="65000"/>
                    <a:lumOff val="35000"/>
                  </a:schemeClr>
                </a:solidFill>
                <a:latin typeface="+mn-lt"/>
                <a:ea typeface="+mn-ea"/>
                <a:cs typeface="+mn-cs"/>
              </a:defRPr>
            </a:pPr>
            <a:endParaRPr lang="de-DE"/>
          </a:p>
        </c:txPr>
        <c:crossAx val="360161728"/>
        <c:crosses val="autoZero"/>
        <c:crossBetween val="between"/>
      </c:valAx>
      <c:spPr>
        <a:noFill/>
        <a:ln>
          <a:noFill/>
        </a:ln>
        <a:effectLst/>
      </c:spPr>
    </c:plotArea>
    <c:plotVisOnly val="1"/>
    <c:dispBlanksAs val="gap"/>
    <c:extLst>
      <c:ext xmlns:c16r3="http://schemas.microsoft.com/office/drawing/2017/03/chart" uri="{56B9EC1D-385E-4148-901F-78D8002777C0}">
        <c16r3:dataDisplayOptions16>
          <c16r3:dispNaAsBlank val="1"/>
        </c16r3:dataDisplayOptions16>
      </c:ext>
    </c:extLst>
    <c:showDLblsOverMax val="0"/>
  </c:chart>
  <c:spPr>
    <a:noFill/>
    <a:ln>
      <a:noFill/>
    </a:ln>
    <a:effectLst/>
  </c:spPr>
  <c:txPr>
    <a:bodyPr/>
    <a:lstStyle/>
    <a:p>
      <a:pPr>
        <a:defRPr/>
      </a:pPr>
      <a:endParaRPr lang="de-DE"/>
    </a:p>
  </c:txPr>
  <c:externalData r:id="rId3">
    <c:autoUpdate val="0"/>
  </c:externalData>
</c:chartSpace>
</file>

<file path=ppt/charts/colors1.xml><?xml version="1.0" encoding="utf-8"?>
<cs:colorStyle xmlns:cs="http://schemas.microsoft.com/office/drawing/2012/chartStyle" xmlns:a="http://schemas.openxmlformats.org/drawingml/2006/main" meth="cycle" id="10">
  <a:schemeClr val="accent1"/>
  <a:schemeClr val="accent2"/>
  <a:schemeClr val="accent3"/>
  <a:schemeClr val="accent4"/>
  <a:schemeClr val="accent5"/>
  <a:schemeClr val="accent6"/>
  <cs:variation/>
  <cs:variation>
    <a:lumMod val="60000"/>
  </cs:variation>
  <cs:variation>
    <a:lumMod val="80000"/>
    <a:lumOff val="20000"/>
  </cs:variation>
  <cs:variation>
    <a:lumMod val="80000"/>
  </cs:variation>
  <cs:variation>
    <a:lumMod val="60000"/>
    <a:lumOff val="40000"/>
  </cs:variation>
  <cs:variation>
    <a:lumMod val="50000"/>
  </cs:variation>
  <cs:variation>
    <a:lumMod val="70000"/>
    <a:lumOff val="30000"/>
  </cs:variation>
  <cs:variation>
    <a:lumMod val="70000"/>
  </cs:variation>
  <cs:variation>
    <a:lumMod val="50000"/>
    <a:lumOff val="50000"/>
  </cs:variation>
</cs:colorStyle>
</file>

<file path=ppt/charts/colors2.xml><?xml version="1.0" encoding="utf-8"?>
<cs:colorStyle xmlns:cs="http://schemas.microsoft.com/office/drawing/2012/chartStyle" xmlns:a="http://schemas.openxmlformats.org/drawingml/2006/main" meth="cycle" id="10">
  <a:schemeClr val="accent1"/>
  <a:schemeClr val="accent2"/>
  <a:schemeClr val="accent3"/>
  <a:schemeClr val="accent4"/>
  <a:schemeClr val="accent5"/>
  <a:schemeClr val="accent6"/>
  <cs:variation/>
  <cs:variation>
    <a:lumMod val="60000"/>
  </cs:variation>
  <cs:variation>
    <a:lumMod val="80000"/>
    <a:lumOff val="20000"/>
  </cs:variation>
  <cs:variation>
    <a:lumMod val="80000"/>
  </cs:variation>
  <cs:variation>
    <a:lumMod val="60000"/>
    <a:lumOff val="40000"/>
  </cs:variation>
  <cs:variation>
    <a:lumMod val="50000"/>
  </cs:variation>
  <cs:variation>
    <a:lumMod val="70000"/>
    <a:lumOff val="30000"/>
  </cs:variation>
  <cs:variation>
    <a:lumMod val="70000"/>
  </cs:variation>
  <cs:variation>
    <a:lumMod val="50000"/>
    <a:lumOff val="50000"/>
  </cs:variation>
</cs:colorStyle>
</file>

<file path=ppt/charts/style1.xml><?xml version="1.0" encoding="utf-8"?>
<cs:chartStyle xmlns:cs="http://schemas.microsoft.com/office/drawing/2012/chartStyle" xmlns:a="http://schemas.openxmlformats.org/drawingml/2006/main" id="239">
  <cs:axisTitle>
    <cs:lnRef idx="0"/>
    <cs:fillRef idx="0"/>
    <cs:effectRef idx="0"/>
    <cs:fontRef idx="minor">
      <a:schemeClr val="tx1">
        <a:lumMod val="65000"/>
        <a:lumOff val="35000"/>
      </a:schemeClr>
    </cs:fontRef>
    <cs:defRPr sz="900" kern="1200" cap="all"/>
  </cs:axisTitle>
  <cs:categoryAxis>
    <cs:lnRef idx="0"/>
    <cs:fillRef idx="0"/>
    <cs:effectRef idx="0"/>
    <cs:fontRef idx="minor">
      <a:schemeClr val="tx1">
        <a:lumMod val="65000"/>
        <a:lumOff val="35000"/>
      </a:schemeClr>
    </cs:fontRef>
    <cs:spPr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  <cs:defRPr sz="800" kern="1200" cap="all" spc="120" normalizeH="0" baseline="0"/>
  </cs:categoryAxis>
  <cs:chartArea mods="allowNoFillOverride allowNoLineOverride">
    <cs:lnRef idx="0"/>
    <cs:fillRef idx="0"/>
    <cs:effectRef idx="0"/>
    <cs:fontRef idx="minor">
      <a:schemeClr val="dk1"/>
    </cs:fontRef>
    <cs:spPr>
      <a:solidFill>
        <a:schemeClr val="lt1"/>
      </a:solidFill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  <cs:defRPr sz="900" kern="1200"/>
  </cs:chartArea>
  <cs:dataLabel>
    <cs:lnRef idx="0"/>
    <cs:fillRef idx="0"/>
    <cs:effectRef idx="0"/>
    <cs:fontRef idx="minor">
      <a:schemeClr val="tx1">
        <a:lumMod val="50000"/>
        <a:lumOff val="50000"/>
      </a:schemeClr>
    </cs:fontRef>
    <cs:defRPr sz="900" b="0" i="0" u="none" strike="noStrike" kern="1200" baseline="0"/>
  </cs:dataLabel>
  <cs:dataLabelCallout>
    <cs:lnRef idx="0"/>
    <cs:fillRef idx="0"/>
    <cs:effectRef idx="0"/>
    <cs:fontRef idx="minor">
      <a:schemeClr val="dk1">
        <a:lumMod val="65000"/>
        <a:lumOff val="35000"/>
      </a:schemeClr>
    </cs:fontRef>
    <cs:spPr>
      <a:solidFill>
        <a:schemeClr val="lt1"/>
      </a:solidFill>
      <a:ln>
        <a:solidFill>
          <a:schemeClr val="dk1">
            <a:lumMod val="25000"/>
            <a:lumOff val="75000"/>
          </a:schemeClr>
        </a:solidFill>
      </a:ln>
    </cs:spPr>
    <cs:defRPr sz="900" kern="1200"/>
    <cs:bodyPr rot="0" spcFirstLastPara="1" vertOverflow="clip" horzOverflow="clip" vert="horz" wrap="square" lIns="36576" tIns="18288" rIns="36576" bIns="18288" anchor="ctr" anchorCtr="1">
      <a:spAutoFit/>
    </cs:bodyPr>
  </cs:dataLabelCallout>
  <cs:dataPoint>
    <cs:lnRef idx="0"/>
    <cs:fillRef idx="0">
      <cs:styleClr val="auto"/>
    </cs:fillRef>
    <cs:effectRef idx="0"/>
    <cs:fontRef idx="minor">
      <a:schemeClr val="dk1"/>
    </cs:fontRef>
    <cs:spPr>
      <a:solidFill>
        <a:schemeClr val="phClr"/>
      </a:solidFill>
    </cs:spPr>
  </cs:dataPoint>
  <cs:dataPoint3D>
    <cs:lnRef idx="0"/>
    <cs:fillRef idx="0">
      <cs:styleClr val="auto"/>
    </cs:fillRef>
    <cs:effectRef idx="0"/>
    <cs:fontRef idx="minor">
      <a:schemeClr val="dk1"/>
    </cs:fontRef>
    <cs:spPr>
      <a:solidFill>
        <a:schemeClr val="phClr"/>
      </a:solidFill>
    </cs:spPr>
  </cs:dataPoint3D>
  <cs:dataPointLine>
    <cs:lnRef idx="0">
      <cs:styleClr val="auto"/>
    </cs:lnRef>
    <cs:fillRef idx="0"/>
    <cs:effectRef idx="0"/>
    <cs:fontRef idx="minor">
      <a:schemeClr val="dk1"/>
    </cs:fontRef>
    <cs:spPr>
      <a:ln w="22225" cap="rnd">
        <a:solidFill>
          <a:schemeClr val="phClr"/>
        </a:solidFill>
        <a:round/>
      </a:ln>
    </cs:spPr>
  </cs:dataPointLine>
  <cs:dataPointMarker>
    <cs:lnRef idx="0">
      <cs:styleClr val="auto"/>
    </cs:lnRef>
    <cs:fillRef idx="0">
      <cs:styleClr val="auto"/>
    </cs:fillRef>
    <cs:effectRef idx="0"/>
    <cs:fontRef idx="minor">
      <a:schemeClr val="dk1"/>
    </cs:fontRef>
    <cs:spPr>
      <a:solidFill>
        <a:schemeClr val="phClr"/>
      </a:solidFill>
      <a:ln w="9525">
        <a:solidFill>
          <a:schemeClr val="phClr"/>
        </a:solidFill>
        <a:round/>
      </a:ln>
    </cs:spPr>
  </cs:dataPointMarker>
  <cs:dataPointMarkerLayout size="6"/>
  <cs:dataPointWireframe>
    <cs:lnRef idx="0">
      <cs:styleClr val="auto"/>
    </cs:lnRef>
    <cs:fillRef idx="0"/>
    <cs:effectRef idx="0"/>
    <cs:fontRef idx="minor">
      <a:schemeClr val="dk1"/>
    </cs:fontRef>
    <cs:spPr>
      <a:ln w="9525" cap="rnd">
        <a:solidFill>
          <a:schemeClr val="phClr"/>
        </a:solidFill>
        <a:round/>
      </a:ln>
    </cs:spPr>
  </cs:dataPointWireframe>
  <cs:dataTable>
    <cs:lnRef idx="0"/>
    <cs:fillRef idx="0"/>
    <cs:effectRef idx="0"/>
    <cs:fontRef idx="minor">
      <a:schemeClr val="tx1">
        <a:lumMod val="65000"/>
        <a:lumOff val="35000"/>
      </a:schemeClr>
    </cs:fontRef>
    <cs:spPr>
      <a:ln w="9525">
        <a:solidFill>
          <a:schemeClr val="tx1">
            <a:lumMod val="15000"/>
            <a:lumOff val="85000"/>
          </a:schemeClr>
        </a:solidFill>
      </a:ln>
    </cs:spPr>
    <cs:defRPr sz="900" kern="1200"/>
  </cs:dataTable>
  <cs:downBar>
    <cs:lnRef idx="0"/>
    <cs:fillRef idx="0"/>
    <cs:effectRef idx="0"/>
    <cs:fontRef idx="minor">
      <a:schemeClr val="dk1"/>
    </cs:fontRef>
    <cs:spPr>
      <a:solidFill>
        <a:schemeClr val="dk1">
          <a:lumMod val="75000"/>
          <a:lumOff val="25000"/>
        </a:schemeClr>
      </a:solidFill>
      <a:ln w="9525">
        <a:solidFill>
          <a:schemeClr val="tx1">
            <a:lumMod val="15000"/>
            <a:lumOff val="85000"/>
          </a:schemeClr>
        </a:solidFill>
      </a:ln>
    </cs:spPr>
  </cs:downBar>
  <cs:dropLine>
    <cs:lnRef idx="0"/>
    <cs:fillRef idx="0"/>
    <cs:effectRef idx="0"/>
    <cs:fontRef idx="minor">
      <a:schemeClr val="dk1"/>
    </cs:fontRef>
    <cs:spPr>
      <a:ln w="9525">
        <a:solidFill>
          <a:schemeClr val="tx1">
            <a:lumMod val="35000"/>
            <a:lumOff val="65000"/>
          </a:schemeClr>
        </a:solidFill>
      </a:ln>
    </cs:spPr>
  </cs:dropLine>
  <cs:errorBar>
    <cs:lnRef idx="0"/>
    <cs:fillRef idx="0"/>
    <cs:effectRef idx="0"/>
    <cs:fontRef idx="minor">
      <a:schemeClr val="dk1"/>
    </cs:fontRef>
    <cs:spPr>
      <a:ln w="9525">
        <a:solidFill>
          <a:schemeClr val="tx1">
            <a:lumMod val="65000"/>
            <a:lumOff val="35000"/>
          </a:schemeClr>
        </a:solidFill>
        <a:round/>
      </a:ln>
    </cs:spPr>
  </cs:errorBar>
  <cs:floor>
    <cs:lnRef idx="0"/>
    <cs:fillRef idx="0"/>
    <cs:effectRef idx="0"/>
    <cs:fontRef idx="minor">
      <a:schemeClr val="dk1"/>
    </cs:fontRef>
  </cs:floor>
  <cs:gridlineMajor>
    <cs:lnRef idx="0"/>
    <cs:fillRef idx="0"/>
    <cs:effectRef idx="0"/>
    <cs:fontRef idx="minor">
      <a:schemeClr val="dk1"/>
    </cs:fontRef>
    <cs:spPr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</cs:gridlineMajor>
  <cs:gridlineMinor>
    <cs:lnRef idx="0"/>
    <cs:fillRef idx="0"/>
    <cs:effectRef idx="0"/>
    <cs:fontRef idx="minor">
      <a:schemeClr val="dk1"/>
    </cs:fontRef>
    <cs:spPr>
      <a:ln>
        <a:solidFill>
          <a:schemeClr val="tx1">
            <a:lumMod val="5000"/>
            <a:lumOff val="95000"/>
          </a:schemeClr>
        </a:solidFill>
      </a:ln>
    </cs:spPr>
  </cs:gridlineMinor>
  <cs:hiLoLine>
    <cs:lnRef idx="0"/>
    <cs:fillRef idx="0"/>
    <cs:effectRef idx="0"/>
    <cs:fontRef idx="minor">
      <a:schemeClr val="dk1"/>
    </cs:fontRef>
    <cs:spPr>
      <a:ln w="9525">
        <a:solidFill>
          <a:schemeClr val="tx1">
            <a:lumMod val="50000"/>
            <a:lumOff val="50000"/>
          </a:schemeClr>
        </a:solidFill>
      </a:ln>
    </cs:spPr>
  </cs:hiLoLine>
  <cs:leaderLine>
    <cs:lnRef idx="0"/>
    <cs:fillRef idx="0"/>
    <cs:effectRef idx="0"/>
    <cs:fontRef idx="minor">
      <a:schemeClr val="dk1"/>
    </cs:fontRef>
    <cs:spPr>
      <a:ln w="9525">
        <a:solidFill>
          <a:schemeClr val="tx1">
            <a:lumMod val="35000"/>
            <a:lumOff val="65000"/>
          </a:schemeClr>
        </a:solidFill>
      </a:ln>
    </cs:spPr>
  </cs:leaderLine>
  <cs:legend>
    <cs:lnRef idx="0"/>
    <cs:fillRef idx="0"/>
    <cs:effectRef idx="0"/>
    <cs:fontRef idx="minor">
      <a:schemeClr val="tx1">
        <a:lumMod val="65000"/>
        <a:lumOff val="35000"/>
      </a:schemeClr>
    </cs:fontRef>
    <cs:defRPr sz="900" kern="1200"/>
  </cs:legend>
  <cs:plotArea mods="allowNoFillOverride allowNoLineOverride">
    <cs:lnRef idx="0"/>
    <cs:fillRef idx="0"/>
    <cs:effectRef idx="0"/>
    <cs:fontRef idx="minor">
      <a:schemeClr val="dk1"/>
    </cs:fontRef>
  </cs:plotArea>
  <cs:plotArea3D mods="allowNoFillOverride allowNoLineOverride">
    <cs:lnRef idx="0"/>
    <cs:fillRef idx="0"/>
    <cs:effectRef idx="0"/>
    <cs:fontRef idx="minor">
      <a:schemeClr val="dk1"/>
    </cs:fontRef>
  </cs:plotArea3D>
  <cs:seriesAxis>
    <cs:lnRef idx="0"/>
    <cs:fillRef idx="0"/>
    <cs:effectRef idx="0"/>
    <cs:fontRef idx="minor">
      <a:schemeClr val="tx1">
        <a:lumMod val="65000"/>
        <a:lumOff val="35000"/>
      </a:schemeClr>
    </cs:fontRef>
    <cs:spPr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  <cs:defRPr sz="900" kern="1200"/>
  </cs:seriesAxis>
  <cs:seriesLine>
    <cs:lnRef idx="0"/>
    <cs:fillRef idx="0"/>
    <cs:effectRef idx="0"/>
    <cs:fontRef idx="minor">
      <a:schemeClr val="dk1"/>
    </cs:fontRef>
    <cs:spPr>
      <a:ln w="9525">
        <a:solidFill>
          <a:schemeClr val="tx1">
            <a:lumMod val="35000"/>
            <a:lumOff val="65000"/>
          </a:schemeClr>
        </a:solidFill>
        <a:round/>
      </a:ln>
    </cs:spPr>
  </cs:seriesLine>
  <cs:title>
    <cs:lnRef idx="0"/>
    <cs:fillRef idx="0"/>
    <cs:effectRef idx="0"/>
    <cs:fontRef idx="minor">
      <a:schemeClr val="tx1">
        <a:lumMod val="65000"/>
        <a:lumOff val="35000"/>
      </a:schemeClr>
    </cs:fontRef>
    <cs:defRPr sz="1600" b="1" kern="1200" cap="all" spc="120" normalizeH="0" baseline="0"/>
  </cs:title>
  <cs:trendline>
    <cs:lnRef idx="0">
      <cs:styleClr val="auto"/>
    </cs:lnRef>
    <cs:fillRef idx="0"/>
    <cs:effectRef idx="0"/>
    <cs:fontRef idx="minor">
      <a:schemeClr val="dk1"/>
    </cs:fontRef>
    <cs:spPr>
      <a:ln w="19050" cap="rnd">
        <a:solidFill>
          <a:schemeClr val="phClr"/>
        </a:solidFill>
        <a:prstDash val="sysDash"/>
      </a:ln>
    </cs:spPr>
  </cs:trendline>
  <cs:trendlineLabel>
    <cs:lnRef idx="0"/>
    <cs:fillRef idx="0"/>
    <cs:effectRef idx="0"/>
    <cs:fontRef idx="minor">
      <a:schemeClr val="tx1">
        <a:lumMod val="65000"/>
        <a:lumOff val="35000"/>
      </a:schemeClr>
    </cs:fontRef>
    <cs:defRPr sz="800" kern="1200"/>
  </cs:trendlineLabel>
  <cs:upBar>
    <cs:lnRef idx="0"/>
    <cs:fillRef idx="0"/>
    <cs:effectRef idx="0"/>
    <cs:fontRef idx="minor">
      <a:schemeClr val="dk1"/>
    </cs:fontRef>
    <cs:spPr>
      <a:solidFill>
        <a:schemeClr val="lt1"/>
      </a:solidFill>
      <a:ln w="9525">
        <a:solidFill>
          <a:schemeClr val="tx1">
            <a:lumMod val="65000"/>
            <a:lumOff val="35000"/>
          </a:schemeClr>
        </a:solidFill>
      </a:ln>
    </cs:spPr>
  </cs:upBar>
  <cs:valueAxis>
    <cs:lnRef idx="0"/>
    <cs:fillRef idx="0"/>
    <cs:effectRef idx="0"/>
    <cs:fontRef idx="minor">
      <a:schemeClr val="tx1">
        <a:lumMod val="65000"/>
        <a:lumOff val="35000"/>
      </a:schemeClr>
    </cs:fontRef>
    <cs:spPr>
      <a:ln w="9525" cap="flat" cmpd="sng" algn="ctr">
        <a:solidFill>
          <a:schemeClr val="dk1">
            <a:lumMod val="15000"/>
            <a:lumOff val="85000"/>
          </a:schemeClr>
        </a:solidFill>
        <a:round/>
      </a:ln>
    </cs:spPr>
    <cs:defRPr sz="900" kern="1200"/>
  </cs:valueAxis>
  <cs:wall>
    <cs:lnRef idx="0"/>
    <cs:fillRef idx="0"/>
    <cs:effectRef idx="0"/>
    <cs:fontRef idx="minor">
      <a:schemeClr val="dk1"/>
    </cs:fontRef>
  </cs:wall>
</cs:chartStyle>
</file>

<file path=ppt/charts/style2.xml><?xml version="1.0" encoding="utf-8"?>
<cs:chartStyle xmlns:cs="http://schemas.microsoft.com/office/drawing/2012/chartStyle" xmlns:a="http://schemas.openxmlformats.org/drawingml/2006/main" id="201">
  <cs:axisTitle>
    <cs:lnRef idx="0"/>
    <cs:fillRef idx="0"/>
    <cs:effectRef idx="0"/>
    <cs:fontRef idx="minor">
      <a:schemeClr val="tx1">
        <a:lumMod val="65000"/>
        <a:lumOff val="35000"/>
      </a:schemeClr>
    </cs:fontRef>
    <cs:defRPr sz="1000" kern="1200"/>
  </cs:axisTitle>
  <cs:categoryAxis>
    <cs:lnRef idx="0"/>
    <cs:fillRef idx="0"/>
    <cs:effectRef idx="0"/>
    <cs:fontRef idx="minor">
      <a:schemeClr val="tx1">
        <a:lumMod val="65000"/>
        <a:lumOff val="35000"/>
      </a:schemeClr>
    </cs:fontRef>
    <cs:spPr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  <cs:defRPr sz="900" kern="1200"/>
  </cs:categoryAxis>
  <cs:chartArea mods="allowNoFillOverride allowNoLineOverride">
    <cs:lnRef idx="0"/>
    <cs:fillRef idx="0"/>
    <cs:effectRef idx="0"/>
    <cs:fontRef idx="minor">
      <a:schemeClr val="tx1"/>
    </cs:fontRef>
    <cs:spPr>
      <a:solidFill>
        <a:schemeClr val="bg1"/>
      </a:solidFill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  <cs:defRPr sz="1000" kern="1200"/>
  </cs:chartArea>
  <cs:dataLabel>
    <cs:lnRef idx="0"/>
    <cs:fillRef idx="0"/>
    <cs:effectRef idx="0"/>
    <cs:fontRef idx="minor">
      <a:schemeClr val="tx1">
        <a:lumMod val="75000"/>
        <a:lumOff val="25000"/>
      </a:schemeClr>
    </cs:fontRef>
    <cs:defRPr sz="900" kern="1200"/>
  </cs:dataLabel>
  <cs:dataLabelCallout>
    <cs:lnRef idx="0"/>
    <cs:fillRef idx="0"/>
    <cs:effectRef idx="0"/>
    <cs:fontRef idx="minor">
      <a:schemeClr val="dk1">
        <a:lumMod val="65000"/>
        <a:lumOff val="35000"/>
      </a:schemeClr>
    </cs:fontRef>
    <cs:spPr>
      <a:solidFill>
        <a:schemeClr val="lt1"/>
      </a:solidFill>
      <a:ln>
        <a:solidFill>
          <a:schemeClr val="dk1">
            <a:lumMod val="25000"/>
            <a:lumOff val="75000"/>
          </a:schemeClr>
        </a:solidFill>
      </a:ln>
    </cs:spPr>
    <cs:defRPr sz="900" kern="1200"/>
    <cs:bodyPr rot="0" spcFirstLastPara="1" vertOverflow="clip" horzOverflow="clip" vert="horz" wrap="square" lIns="36576" tIns="18288" rIns="36576" bIns="18288" anchor="ctr" anchorCtr="1">
      <a:spAutoFit/>
    </cs:bodyPr>
  </cs:dataLabelCallout>
  <cs:dataPoint>
    <cs:lnRef idx="0"/>
    <cs:fillRef idx="1">
      <cs:styleClr val="auto"/>
    </cs:fillRef>
    <cs:effectRef idx="0"/>
    <cs:fontRef idx="minor">
      <a:schemeClr val="tx1"/>
    </cs:fontRef>
  </cs:dataPoint>
  <cs:dataPoint3D>
    <cs:lnRef idx="0"/>
    <cs:fillRef idx="1">
      <cs:styleClr val="auto"/>
    </cs:fillRef>
    <cs:effectRef idx="0"/>
    <cs:fontRef idx="minor">
      <a:schemeClr val="tx1"/>
    </cs:fontRef>
  </cs:dataPoint3D>
  <cs:dataPointLine>
    <cs:lnRef idx="0">
      <cs:styleClr val="auto"/>
    </cs:lnRef>
    <cs:fillRef idx="1"/>
    <cs:effectRef idx="0"/>
    <cs:fontRef idx="minor">
      <a:schemeClr val="tx1"/>
    </cs:fontRef>
    <cs:spPr>
      <a:ln w="28575" cap="rnd">
        <a:solidFill>
          <a:schemeClr val="phClr"/>
        </a:solidFill>
        <a:round/>
      </a:ln>
    </cs:spPr>
  </cs:dataPointLine>
  <cs:dataPointMarker>
    <cs:lnRef idx="0">
      <cs:styleClr val="auto"/>
    </cs:lnRef>
    <cs:fillRef idx="1">
      <cs:styleClr val="auto"/>
    </cs:fillRef>
    <cs:effectRef idx="0"/>
    <cs:fontRef idx="minor">
      <a:schemeClr val="tx1"/>
    </cs:fontRef>
    <cs:spPr>
      <a:ln w="9525">
        <a:solidFill>
          <a:schemeClr val="phClr"/>
        </a:solidFill>
      </a:ln>
    </cs:spPr>
  </cs:dataPointMarker>
  <cs:dataPointMarkerLayout symbol="circle" size="5"/>
  <cs:dataPointWireframe>
    <cs:lnRef idx="0">
      <cs:styleClr val="auto"/>
    </cs:lnRef>
    <cs:fillRef idx="1"/>
    <cs:effectRef idx="0"/>
    <cs:fontRef idx="minor">
      <a:schemeClr val="tx1"/>
    </cs:fontRef>
    <cs:spPr>
      <a:ln w="9525" cap="rnd">
        <a:solidFill>
          <a:schemeClr val="phClr"/>
        </a:solidFill>
        <a:round/>
      </a:ln>
    </cs:spPr>
  </cs:dataPointWireframe>
  <cs:dataTable>
    <cs:lnRef idx="0"/>
    <cs:fillRef idx="0"/>
    <cs:effectRef idx="0"/>
    <cs:fontRef idx="minor">
      <a:schemeClr val="tx1">
        <a:lumMod val="65000"/>
        <a:lumOff val="35000"/>
      </a:schemeClr>
    </cs:fontRef>
    <cs:spPr>
      <a:noFill/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  <cs:defRPr sz="900" kern="1200"/>
  </cs:dataTable>
  <cs:downBar>
    <cs:lnRef idx="0"/>
    <cs:fillRef idx="0"/>
    <cs:effectRef idx="0"/>
    <cs:fontRef idx="minor">
      <a:schemeClr val="dk1"/>
    </cs:fontRef>
    <cs:spPr>
      <a:solidFill>
        <a:schemeClr val="dk1">
          <a:lumMod val="65000"/>
          <a:lumOff val="35000"/>
        </a:schemeClr>
      </a:solidFill>
      <a:ln w="9525">
        <a:solidFill>
          <a:schemeClr val="tx1">
            <a:lumMod val="65000"/>
            <a:lumOff val="35000"/>
          </a:schemeClr>
        </a:solidFill>
      </a:ln>
    </cs:spPr>
  </cs:downBar>
  <cs:drop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35000"/>
            <a:lumOff val="65000"/>
          </a:schemeClr>
        </a:solidFill>
        <a:round/>
      </a:ln>
    </cs:spPr>
  </cs:dropLine>
  <cs:errorBar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65000"/>
            <a:lumOff val="35000"/>
          </a:schemeClr>
        </a:solidFill>
        <a:round/>
      </a:ln>
    </cs:spPr>
  </cs:errorBar>
  <cs:floor>
    <cs:lnRef idx="0"/>
    <cs:fillRef idx="0"/>
    <cs:effectRef idx="0"/>
    <cs:fontRef idx="minor">
      <a:schemeClr val="tx1"/>
    </cs:fontRef>
    <cs:spPr>
      <a:noFill/>
      <a:ln>
        <a:noFill/>
      </a:ln>
    </cs:spPr>
  </cs:floor>
  <cs:gridlineMajor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</cs:gridlineMajor>
  <cs:gridlineMinor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5000"/>
            <a:lumOff val="95000"/>
          </a:schemeClr>
        </a:solidFill>
        <a:round/>
      </a:ln>
    </cs:spPr>
  </cs:gridlineMinor>
  <cs:hiLo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75000"/>
            <a:lumOff val="25000"/>
          </a:schemeClr>
        </a:solidFill>
        <a:round/>
      </a:ln>
    </cs:spPr>
  </cs:hiLoLine>
  <cs:leader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35000"/>
            <a:lumOff val="65000"/>
          </a:schemeClr>
        </a:solidFill>
        <a:round/>
      </a:ln>
    </cs:spPr>
  </cs:leaderLine>
  <cs:legend>
    <cs:lnRef idx="0"/>
    <cs:fillRef idx="0"/>
    <cs:effectRef idx="0"/>
    <cs:fontRef idx="minor">
      <a:schemeClr val="tx1">
        <a:lumMod val="65000"/>
        <a:lumOff val="35000"/>
      </a:schemeClr>
    </cs:fontRef>
    <cs:defRPr sz="900" kern="1200"/>
  </cs:legend>
  <cs:plotArea mods="allowNoFillOverride allowNoLineOverride">
    <cs:lnRef idx="0"/>
    <cs:fillRef idx="0"/>
    <cs:effectRef idx="0"/>
    <cs:fontRef idx="minor">
      <a:schemeClr val="tx1"/>
    </cs:fontRef>
  </cs:plotArea>
  <cs:plotArea3D mods="allowNoFillOverride allowNoLineOverride">
    <cs:lnRef idx="0"/>
    <cs:fillRef idx="0"/>
    <cs:effectRef idx="0"/>
    <cs:fontRef idx="minor">
      <a:schemeClr val="tx1"/>
    </cs:fontRef>
  </cs:plotArea3D>
  <cs:seriesAxis>
    <cs:lnRef idx="0"/>
    <cs:fillRef idx="0"/>
    <cs:effectRef idx="0"/>
    <cs:fontRef idx="minor">
      <a:schemeClr val="tx1">
        <a:lumMod val="65000"/>
        <a:lumOff val="35000"/>
      </a:schemeClr>
    </cs:fontRef>
    <cs:defRPr sz="900" kern="1200"/>
  </cs:seriesAxis>
  <cs:series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35000"/>
            <a:lumOff val="65000"/>
          </a:schemeClr>
        </a:solidFill>
        <a:round/>
      </a:ln>
    </cs:spPr>
  </cs:seriesLine>
  <cs:title>
    <cs:lnRef idx="0"/>
    <cs:fillRef idx="0"/>
    <cs:effectRef idx="0"/>
    <cs:fontRef idx="minor">
      <a:schemeClr val="tx1">
        <a:lumMod val="65000"/>
        <a:lumOff val="35000"/>
      </a:schemeClr>
    </cs:fontRef>
    <cs:defRPr sz="1400" b="0" kern="1200" spc="0" baseline="0"/>
  </cs:title>
  <cs:trendline>
    <cs:lnRef idx="0">
      <cs:styleClr val="auto"/>
    </cs:lnRef>
    <cs:fillRef idx="0"/>
    <cs:effectRef idx="0"/>
    <cs:fontRef idx="minor">
      <a:schemeClr val="tx1"/>
    </cs:fontRef>
    <cs:spPr>
      <a:ln w="19050" cap="rnd">
        <a:solidFill>
          <a:schemeClr val="phClr"/>
        </a:solidFill>
        <a:prstDash val="sysDot"/>
      </a:ln>
    </cs:spPr>
  </cs:trendline>
  <cs:trendlineLabel>
    <cs:lnRef idx="0"/>
    <cs:fillRef idx="0"/>
    <cs:effectRef idx="0"/>
    <cs:fontRef idx="minor">
      <a:schemeClr val="tx1">
        <a:lumMod val="65000"/>
        <a:lumOff val="35000"/>
      </a:schemeClr>
    </cs:fontRef>
    <cs:defRPr sz="900" kern="1200"/>
  </cs:trendlineLabel>
  <cs:upBar>
    <cs:lnRef idx="0"/>
    <cs:fillRef idx="0"/>
    <cs:effectRef idx="0"/>
    <cs:fontRef idx="minor">
      <a:schemeClr val="dk1"/>
    </cs:fontRef>
    <cs:spPr>
      <a:solidFill>
        <a:schemeClr val="lt1"/>
      </a:solidFill>
      <a:ln w="9525">
        <a:solidFill>
          <a:schemeClr val="tx1">
            <a:lumMod val="15000"/>
            <a:lumOff val="85000"/>
          </a:schemeClr>
        </a:solidFill>
      </a:ln>
    </cs:spPr>
  </cs:upBar>
  <cs:valueAxis>
    <cs:lnRef idx="0"/>
    <cs:fillRef idx="0"/>
    <cs:effectRef idx="0"/>
    <cs:fontRef idx="minor">
      <a:schemeClr val="tx1">
        <a:lumMod val="65000"/>
        <a:lumOff val="35000"/>
      </a:schemeClr>
    </cs:fontRef>
    <cs:defRPr sz="900" kern="1200"/>
  </cs:valueAxis>
  <cs:wall>
    <cs:lnRef idx="0"/>
    <cs:fillRef idx="0"/>
    <cs:effectRef idx="0"/>
    <cs:fontRef idx="minor">
      <a:schemeClr val="tx1"/>
    </cs:fontRef>
    <cs:spPr>
      <a:noFill/>
      <a:ln>
        <a:noFill/>
      </a:ln>
    </cs:spPr>
  </cs:wall>
</cs:chartStyle>
</file>

<file path=ppt/diagrams/_rels/data2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png"/><Relationship Id="rId2" Type="http://schemas.openxmlformats.org/officeDocument/2006/relationships/image" Target="../media/image3.svg"/><Relationship Id="rId1" Type="http://schemas.openxmlformats.org/officeDocument/2006/relationships/image" Target="../media/image2.png"/><Relationship Id="rId6" Type="http://schemas.openxmlformats.org/officeDocument/2006/relationships/image" Target="../media/image7.svg"/><Relationship Id="rId5" Type="http://schemas.openxmlformats.org/officeDocument/2006/relationships/image" Target="../media/image6.png"/><Relationship Id="rId4" Type="http://schemas.openxmlformats.org/officeDocument/2006/relationships/image" Target="../media/image5.svg"/></Relationships>
</file>

<file path=ppt/diagrams/_rels/drawing2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png"/><Relationship Id="rId2" Type="http://schemas.openxmlformats.org/officeDocument/2006/relationships/image" Target="../media/image3.svg"/><Relationship Id="rId1" Type="http://schemas.openxmlformats.org/officeDocument/2006/relationships/image" Target="../media/image2.png"/><Relationship Id="rId6" Type="http://schemas.openxmlformats.org/officeDocument/2006/relationships/image" Target="../media/image7.svg"/><Relationship Id="rId5" Type="http://schemas.openxmlformats.org/officeDocument/2006/relationships/image" Target="../media/image6.png"/><Relationship Id="rId4" Type="http://schemas.openxmlformats.org/officeDocument/2006/relationships/image" Target="../media/image5.svg"/></Relationships>
</file>

<file path=ppt/diagrams/colors1.xml><?xml version="1.0" encoding="utf-8"?>
<dgm:colorsDef xmlns:dgm="http://schemas.openxmlformats.org/drawingml/2006/diagram" xmlns:a="http://schemas.openxmlformats.org/drawingml/2006/main" uniqueId="urn:microsoft.com/office/officeart/2005/8/colors/accent1_2">
  <dgm:title val=""/>
  <dgm:desc val=""/>
  <dgm:catLst>
    <dgm:cat type="accent1" pri="11200"/>
  </dgm:catLst>
  <dgm:styleLbl name="node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lignNode1">
    <dgm:fillClrLst meth="repeat">
      <a:schemeClr val="accent1"/>
    </dgm:fillClrLst>
    <dgm:linClrLst meth="repeat">
      <a:schemeClr val="accent1"/>
    </dgm:linClrLst>
    <dgm:effectClrLst/>
    <dgm:txLinClrLst/>
    <dgm:txFillClrLst/>
    <dgm:txEffectClrLst/>
  </dgm:styleLbl>
  <dgm:styleLbl name="node1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lnNode1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vennNode1">
    <dgm:fillClrLst meth="repeat">
      <a:schemeClr val="accent1">
        <a:alpha val="50000"/>
      </a:schemeClr>
    </dgm:fillClrLst>
    <dgm:linClrLst meth="repeat">
      <a:schemeClr val="lt1"/>
    </dgm:linClrLst>
    <dgm:effectClrLst/>
    <dgm:txLinClrLst/>
    <dgm:txFillClrLst/>
    <dgm:txEffectClrLst/>
  </dgm:styleLbl>
  <dgm:styleLbl name="node2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node3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node4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fg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align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bg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fg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bg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sibTrans1D1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tx1"/>
    </dgm:txFillClrLst>
    <dgm:txEffectClrLst/>
  </dgm:styleLbl>
  <dgm:styleLbl name="callout">
    <dgm:fillClrLst meth="repeat">
      <a:schemeClr val="accent1"/>
    </dgm:fillClrLst>
    <dgm:linClrLst meth="repeat">
      <a:schemeClr val="accent1">
        <a:tint val="50000"/>
      </a:schemeClr>
    </dgm:linClrLst>
    <dgm:effectClrLst/>
    <dgm:txLinClrLst/>
    <dgm:txFillClrLst meth="repeat">
      <a:schemeClr val="tx1"/>
    </dgm:txFillClrLst>
    <dgm:txEffectClrLst/>
  </dgm:styleLbl>
  <dgm:styleLbl name="asst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1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2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3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4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parCh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 meth="repeat">
      <a:schemeClr val="lt1"/>
    </dgm:txFillClrLst>
    <dgm:txEffectClrLst/>
  </dgm:styleLbl>
  <dgm:styleLbl name="parChTrans2D2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2D3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2D4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1D1">
    <dgm:fillClrLst meth="repeat">
      <a:schemeClr val="accent1"/>
    </dgm:fillClrLst>
    <dgm:linClrLst meth="repeat">
      <a:schemeClr val="accent1">
        <a:shade val="60000"/>
      </a:schemeClr>
    </dgm:linClrLst>
    <dgm:effectClrLst/>
    <dgm:txLinClrLst/>
    <dgm:txFillClrLst meth="repeat">
      <a:schemeClr val="tx1"/>
    </dgm:txFillClrLst>
    <dgm:txEffectClrLst/>
  </dgm:styleLbl>
  <dgm:styleLbl name="parChTrans1D2">
    <dgm:fillClrLst meth="repeat">
      <a:schemeClr val="accent1"/>
    </dgm:fillClrLst>
    <dgm:linClrLst meth="repeat">
      <a:schemeClr val="accent1">
        <a:shade val="60000"/>
      </a:schemeClr>
    </dgm:linClrLst>
    <dgm:effectClrLst/>
    <dgm:txLinClrLst/>
    <dgm:txFillClrLst meth="repeat">
      <a:schemeClr val="tx1"/>
    </dgm:txFillClrLst>
    <dgm:txEffectClrLst/>
  </dgm:styleLbl>
  <dgm:styleLbl name="parChTrans1D3">
    <dgm:fillClrLst meth="repeat">
      <a:schemeClr val="accent1"/>
    </dgm:fillClrLst>
    <dgm:linClrLst meth="repeat">
      <a:schemeClr val="accent1">
        <a:shade val="80000"/>
      </a:schemeClr>
    </dgm:linClrLst>
    <dgm:effectClrLst/>
    <dgm:txLinClrLst/>
    <dgm:txFillClrLst meth="repeat">
      <a:schemeClr val="tx1"/>
    </dgm:txFillClrLst>
    <dgm:txEffectClrLst/>
  </dgm:styleLbl>
  <dgm:styleLbl name="parChTrans1D4">
    <dgm:fillClrLst meth="repeat">
      <a:schemeClr val="accent1"/>
    </dgm:fillClrLst>
    <dgm:linClrLst meth="repeat">
      <a:schemeClr val="accent1">
        <a:shade val="80000"/>
      </a:schemeClr>
    </dgm:linClrLst>
    <dgm:effectClrLst/>
    <dgm:txLinClrLst/>
    <dgm:txFillClrLst meth="repeat">
      <a:schemeClr val="tx1"/>
    </dgm:txFillClrLst>
    <dgm:txEffectClrLst/>
  </dgm:styleLbl>
  <dgm:styleLbl name="f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conF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align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trAlignAcc1">
    <dgm:fillClrLst meth="repeat">
      <a:schemeClr val="lt1">
        <a:alpha val="4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b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Fg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Align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Bg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align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bg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fgAcc0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2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3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4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bgShp">
    <dgm:fillClrLst meth="repeat">
      <a:schemeClr val="accent1">
        <a:tint val="4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dkBgShp">
    <dgm:fillClrLst meth="repeat">
      <a:schemeClr val="accent1">
        <a:shade val="80000"/>
      </a:schemeClr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trBgShp">
    <dgm:fillClrLst meth="repeat">
      <a:schemeClr val="accent1">
        <a:tint val="50000"/>
        <a:alpha val="40000"/>
      </a:schemeClr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fgShp">
    <dgm:fillClrLst meth="repeat">
      <a:schemeClr val="accent1">
        <a:tint val="60000"/>
      </a:schemeClr>
    </dgm:fillClrLst>
    <dgm:linClrLst meth="repeat">
      <a:schemeClr val="lt1"/>
    </dgm:linClrLst>
    <dgm:effectClrLst/>
    <dgm:txLinClrLst/>
    <dgm:txFillClrLst meth="repeat">
      <a:schemeClr val="dk1"/>
    </dgm:txFillClrLst>
    <dgm:txEffectClrLst/>
  </dgm:styleLbl>
  <dgm:styleLbl name="revTx">
    <dgm:fillClrLst meth="repeat">
      <a:schemeClr val="lt1">
        <a:alpha val="0"/>
      </a:schemeClr>
    </dgm:fillClrLst>
    <dgm:linClrLst meth="repeat">
      <a:schemeClr val="dk1">
        <a:alpha val="0"/>
      </a:schemeClr>
    </dgm:linClrLst>
    <dgm:effectClrLst/>
    <dgm:txLinClrLst/>
    <dgm:txFillClrLst meth="repeat">
      <a:schemeClr val="tx1"/>
    </dgm:txFillClrLst>
    <dgm:txEffectClrLst/>
  </dgm:styleLbl>
</dgm:colorsDef>
</file>

<file path=ppt/diagrams/colors2.xml><?xml version="1.0" encoding="utf-8"?>
<dgm:colorsDef xmlns:dgm="http://schemas.openxmlformats.org/drawingml/2006/diagram" xmlns:a="http://schemas.openxmlformats.org/drawingml/2006/main" uniqueId="urn:microsoft.com/office/officeart/2005/8/colors/accent2_2">
  <dgm:title val=""/>
  <dgm:desc val=""/>
  <dgm:catLst>
    <dgm:cat type="accent2" pri="11200"/>
  </dgm:catLst>
  <dgm:styleLbl name="node0">
    <dgm:fillClrLst meth="repeat">
      <a:schemeClr val="accent2"/>
    </dgm:fillClrLst>
    <dgm:linClrLst meth="repeat">
      <a:schemeClr val="lt1"/>
    </dgm:linClrLst>
    <dgm:effectClrLst/>
    <dgm:txLinClrLst/>
    <dgm:txFillClrLst/>
    <dgm:txEffectClrLst/>
  </dgm:styleLbl>
  <dgm:styleLbl name="node1">
    <dgm:fillClrLst meth="repeat">
      <a:schemeClr val="accent2"/>
    </dgm:fillClrLst>
    <dgm:linClrLst meth="repeat">
      <a:schemeClr val="lt1"/>
    </dgm:linClrLst>
    <dgm:effectClrLst/>
    <dgm:txLinClrLst/>
    <dgm:txFillClrLst/>
    <dgm:txEffectClrLst/>
  </dgm:styleLbl>
  <dgm:styleLbl name="alignNode1">
    <dgm:fillClrLst meth="repeat">
      <a:schemeClr val="accent2"/>
    </dgm:fillClrLst>
    <dgm:linClrLst meth="repeat">
      <a:schemeClr val="accent2"/>
    </dgm:linClrLst>
    <dgm:effectClrLst/>
    <dgm:txLinClrLst/>
    <dgm:txFillClrLst/>
    <dgm:txEffectClrLst/>
  </dgm:styleLbl>
  <dgm:styleLbl name="lnNode1">
    <dgm:fillClrLst meth="repeat">
      <a:schemeClr val="accent2"/>
    </dgm:fillClrLst>
    <dgm:linClrLst meth="repeat">
      <a:schemeClr val="lt1"/>
    </dgm:linClrLst>
    <dgm:effectClrLst/>
    <dgm:txLinClrLst/>
    <dgm:txFillClrLst/>
    <dgm:txEffectClrLst/>
  </dgm:styleLbl>
  <dgm:styleLbl name="vennNode1">
    <dgm:fillClrLst meth="repeat">
      <a:schemeClr val="accent2">
        <a:alpha val="50000"/>
      </a:schemeClr>
    </dgm:fillClrLst>
    <dgm:linClrLst meth="repeat">
      <a:schemeClr val="lt1"/>
    </dgm:linClrLst>
    <dgm:effectClrLst/>
    <dgm:txLinClrLst/>
    <dgm:txFillClrLst/>
    <dgm:txEffectClrLst/>
  </dgm:styleLbl>
  <dgm:styleLbl name="node2">
    <dgm:fillClrLst meth="repeat">
      <a:schemeClr val="accent2"/>
    </dgm:fillClrLst>
    <dgm:linClrLst meth="repeat">
      <a:schemeClr val="lt1"/>
    </dgm:linClrLst>
    <dgm:effectClrLst/>
    <dgm:txLinClrLst/>
    <dgm:txFillClrLst/>
    <dgm:txEffectClrLst/>
  </dgm:styleLbl>
  <dgm:styleLbl name="node3">
    <dgm:fillClrLst meth="repeat">
      <a:schemeClr val="accent2"/>
    </dgm:fillClrLst>
    <dgm:linClrLst meth="repeat">
      <a:schemeClr val="lt1"/>
    </dgm:linClrLst>
    <dgm:effectClrLst/>
    <dgm:txLinClrLst/>
    <dgm:txFillClrLst/>
    <dgm:txEffectClrLst/>
  </dgm:styleLbl>
  <dgm:styleLbl name="node4">
    <dgm:fillClrLst meth="repeat">
      <a:schemeClr val="accent2"/>
    </dgm:fillClrLst>
    <dgm:linClrLst meth="repeat">
      <a:schemeClr val="lt1"/>
    </dgm:linClrLst>
    <dgm:effectClrLst/>
    <dgm:txLinClrLst/>
    <dgm:txFillClrLst/>
    <dgm:txEffectClrLst/>
  </dgm:styleLbl>
  <dgm:styleLbl name="fgImgPlace1">
    <dgm:fillClrLst meth="repeat">
      <a:schemeClr val="accent2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alignImgPlace1">
    <dgm:fillClrLst meth="repeat">
      <a:schemeClr val="accent2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bgImgPlace1">
    <dgm:fillClrLst meth="repeat">
      <a:schemeClr val="accent2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sibTrans2D1">
    <dgm:fillClrLst meth="repeat">
      <a:schemeClr val="accent2">
        <a:tint val="60000"/>
      </a:schemeClr>
    </dgm:fillClrLst>
    <dgm:linClrLst meth="repeat">
      <a:schemeClr val="accent2">
        <a:tint val="60000"/>
      </a:schemeClr>
    </dgm:linClrLst>
    <dgm:effectClrLst/>
    <dgm:txLinClrLst/>
    <dgm:txFillClrLst/>
    <dgm:txEffectClrLst/>
  </dgm:styleLbl>
  <dgm:styleLbl name="fgSibTrans2D1">
    <dgm:fillClrLst meth="repeat">
      <a:schemeClr val="accent2">
        <a:tint val="60000"/>
      </a:schemeClr>
    </dgm:fillClrLst>
    <dgm:linClrLst meth="repeat">
      <a:schemeClr val="accent2">
        <a:tint val="60000"/>
      </a:schemeClr>
    </dgm:linClrLst>
    <dgm:effectClrLst/>
    <dgm:txLinClrLst/>
    <dgm:txFillClrLst/>
    <dgm:txEffectClrLst/>
  </dgm:styleLbl>
  <dgm:styleLbl name="bgSibTrans2D1">
    <dgm:fillClrLst meth="repeat">
      <a:schemeClr val="accent2">
        <a:tint val="60000"/>
      </a:schemeClr>
    </dgm:fillClrLst>
    <dgm:linClrLst meth="repeat">
      <a:schemeClr val="accent2">
        <a:tint val="60000"/>
      </a:schemeClr>
    </dgm:linClrLst>
    <dgm:effectClrLst/>
    <dgm:txLinClrLst/>
    <dgm:txFillClrLst/>
    <dgm:txEffectClrLst/>
  </dgm:styleLbl>
  <dgm:styleLbl name="sibTrans1D1">
    <dgm:fillClrLst meth="repeat">
      <a:schemeClr val="accent2"/>
    </dgm:fillClrLst>
    <dgm:linClrLst meth="repeat">
      <a:schemeClr val="accent2"/>
    </dgm:linClrLst>
    <dgm:effectClrLst/>
    <dgm:txLinClrLst/>
    <dgm:txFillClrLst meth="repeat">
      <a:schemeClr val="tx1"/>
    </dgm:txFillClrLst>
    <dgm:txEffectClrLst/>
  </dgm:styleLbl>
  <dgm:styleLbl name="callout">
    <dgm:fillClrLst meth="repeat">
      <a:schemeClr val="accent2"/>
    </dgm:fillClrLst>
    <dgm:linClrLst meth="repeat">
      <a:schemeClr val="accent2">
        <a:tint val="50000"/>
      </a:schemeClr>
    </dgm:linClrLst>
    <dgm:effectClrLst/>
    <dgm:txLinClrLst/>
    <dgm:txFillClrLst meth="repeat">
      <a:schemeClr val="tx1"/>
    </dgm:txFillClrLst>
    <dgm:txEffectClrLst/>
  </dgm:styleLbl>
  <dgm:styleLbl name="asst0">
    <dgm:fillClrLst meth="repeat">
      <a:schemeClr val="accent2"/>
    </dgm:fillClrLst>
    <dgm:linClrLst meth="repeat">
      <a:schemeClr val="lt1"/>
    </dgm:linClrLst>
    <dgm:effectClrLst/>
    <dgm:txLinClrLst/>
    <dgm:txFillClrLst/>
    <dgm:txEffectClrLst/>
  </dgm:styleLbl>
  <dgm:styleLbl name="asst1">
    <dgm:fillClrLst meth="repeat">
      <a:schemeClr val="accent2"/>
    </dgm:fillClrLst>
    <dgm:linClrLst meth="repeat">
      <a:schemeClr val="lt1"/>
    </dgm:linClrLst>
    <dgm:effectClrLst/>
    <dgm:txLinClrLst/>
    <dgm:txFillClrLst/>
    <dgm:txEffectClrLst/>
  </dgm:styleLbl>
  <dgm:styleLbl name="asst2">
    <dgm:fillClrLst meth="repeat">
      <a:schemeClr val="accent2"/>
    </dgm:fillClrLst>
    <dgm:linClrLst meth="repeat">
      <a:schemeClr val="lt1"/>
    </dgm:linClrLst>
    <dgm:effectClrLst/>
    <dgm:txLinClrLst/>
    <dgm:txFillClrLst/>
    <dgm:txEffectClrLst/>
  </dgm:styleLbl>
  <dgm:styleLbl name="asst3">
    <dgm:fillClrLst meth="repeat">
      <a:schemeClr val="accent2"/>
    </dgm:fillClrLst>
    <dgm:linClrLst meth="repeat">
      <a:schemeClr val="lt1"/>
    </dgm:linClrLst>
    <dgm:effectClrLst/>
    <dgm:txLinClrLst/>
    <dgm:txFillClrLst/>
    <dgm:txEffectClrLst/>
  </dgm:styleLbl>
  <dgm:styleLbl name="asst4">
    <dgm:fillClrLst meth="repeat">
      <a:schemeClr val="accent2"/>
    </dgm:fillClrLst>
    <dgm:linClrLst meth="repeat">
      <a:schemeClr val="lt1"/>
    </dgm:linClrLst>
    <dgm:effectClrLst/>
    <dgm:txLinClrLst/>
    <dgm:txFillClrLst/>
    <dgm:txEffectClrLst/>
  </dgm:styleLbl>
  <dgm:styleLbl name="parChTrans2D1">
    <dgm:fillClrLst meth="repeat">
      <a:schemeClr val="accent2">
        <a:tint val="60000"/>
      </a:schemeClr>
    </dgm:fillClrLst>
    <dgm:linClrLst meth="repeat">
      <a:schemeClr val="accent2">
        <a:tint val="60000"/>
      </a:schemeClr>
    </dgm:linClrLst>
    <dgm:effectClrLst/>
    <dgm:txLinClrLst/>
    <dgm:txFillClrLst meth="repeat">
      <a:schemeClr val="lt1"/>
    </dgm:txFillClrLst>
    <dgm:txEffectClrLst/>
  </dgm:styleLbl>
  <dgm:styleLbl name="parChTrans2D2">
    <dgm:fillClrLst meth="repeat">
      <a:schemeClr val="accent2"/>
    </dgm:fillClrLst>
    <dgm:linClrLst meth="repeat">
      <a:schemeClr val="accent2"/>
    </dgm:linClrLst>
    <dgm:effectClrLst/>
    <dgm:txLinClrLst/>
    <dgm:txFillClrLst meth="repeat">
      <a:schemeClr val="lt1"/>
    </dgm:txFillClrLst>
    <dgm:txEffectClrLst/>
  </dgm:styleLbl>
  <dgm:styleLbl name="parChTrans2D3">
    <dgm:fillClrLst meth="repeat">
      <a:schemeClr val="accent2"/>
    </dgm:fillClrLst>
    <dgm:linClrLst meth="repeat">
      <a:schemeClr val="accent2"/>
    </dgm:linClrLst>
    <dgm:effectClrLst/>
    <dgm:txLinClrLst/>
    <dgm:txFillClrLst meth="repeat">
      <a:schemeClr val="lt1"/>
    </dgm:txFillClrLst>
    <dgm:txEffectClrLst/>
  </dgm:styleLbl>
  <dgm:styleLbl name="parChTrans2D4">
    <dgm:fillClrLst meth="repeat">
      <a:schemeClr val="accent2"/>
    </dgm:fillClrLst>
    <dgm:linClrLst meth="repeat">
      <a:schemeClr val="accent2"/>
    </dgm:linClrLst>
    <dgm:effectClrLst/>
    <dgm:txLinClrLst/>
    <dgm:txFillClrLst meth="repeat">
      <a:schemeClr val="lt1"/>
    </dgm:txFillClrLst>
    <dgm:txEffectClrLst/>
  </dgm:styleLbl>
  <dgm:styleLbl name="parChTrans1D1">
    <dgm:fillClrLst meth="repeat">
      <a:schemeClr val="accent2"/>
    </dgm:fillClrLst>
    <dgm:linClrLst meth="repeat">
      <a:schemeClr val="accent2">
        <a:shade val="60000"/>
      </a:schemeClr>
    </dgm:linClrLst>
    <dgm:effectClrLst/>
    <dgm:txLinClrLst/>
    <dgm:txFillClrLst meth="repeat">
      <a:schemeClr val="tx1"/>
    </dgm:txFillClrLst>
    <dgm:txEffectClrLst/>
  </dgm:styleLbl>
  <dgm:styleLbl name="parChTrans1D2">
    <dgm:fillClrLst meth="repeat">
      <a:schemeClr val="accent2"/>
    </dgm:fillClrLst>
    <dgm:linClrLst meth="repeat">
      <a:schemeClr val="accent2">
        <a:shade val="60000"/>
      </a:schemeClr>
    </dgm:linClrLst>
    <dgm:effectClrLst/>
    <dgm:txLinClrLst/>
    <dgm:txFillClrLst meth="repeat">
      <a:schemeClr val="tx1"/>
    </dgm:txFillClrLst>
    <dgm:txEffectClrLst/>
  </dgm:styleLbl>
  <dgm:styleLbl name="parChTrans1D3">
    <dgm:fillClrLst meth="repeat">
      <a:schemeClr val="accent2"/>
    </dgm:fillClrLst>
    <dgm:linClrLst meth="repeat">
      <a:schemeClr val="accent2">
        <a:shade val="80000"/>
      </a:schemeClr>
    </dgm:linClrLst>
    <dgm:effectClrLst/>
    <dgm:txLinClrLst/>
    <dgm:txFillClrLst meth="repeat">
      <a:schemeClr val="tx1"/>
    </dgm:txFillClrLst>
    <dgm:txEffectClrLst/>
  </dgm:styleLbl>
  <dgm:styleLbl name="parChTrans1D4">
    <dgm:fillClrLst meth="repeat">
      <a:schemeClr val="accent2"/>
    </dgm:fillClrLst>
    <dgm:linClrLst meth="repeat">
      <a:schemeClr val="accent2">
        <a:shade val="80000"/>
      </a:schemeClr>
    </dgm:linClrLst>
    <dgm:effectClrLst/>
    <dgm:txLinClrLst/>
    <dgm:txFillClrLst meth="repeat">
      <a:schemeClr val="tx1"/>
    </dgm:txFillClrLst>
    <dgm:txEffectClrLst/>
  </dgm:styleLbl>
  <dgm:styleLbl name="fgAcc1">
    <dgm:fillClrLst meth="repeat">
      <a:schemeClr val="lt1">
        <a:alpha val="90000"/>
      </a:schemeClr>
    </dgm:fillClrLst>
    <dgm:linClrLst meth="repeat">
      <a:schemeClr val="accent2"/>
    </dgm:linClrLst>
    <dgm:effectClrLst/>
    <dgm:txLinClrLst/>
    <dgm:txFillClrLst meth="repeat">
      <a:schemeClr val="dk1"/>
    </dgm:txFillClrLst>
    <dgm:txEffectClrLst/>
  </dgm:styleLbl>
  <dgm:styleLbl name="conFgAcc1">
    <dgm:fillClrLst meth="repeat">
      <a:schemeClr val="lt1">
        <a:alpha val="90000"/>
      </a:schemeClr>
    </dgm:fillClrLst>
    <dgm:linClrLst meth="repeat">
      <a:schemeClr val="accent2"/>
    </dgm:linClrLst>
    <dgm:effectClrLst/>
    <dgm:txLinClrLst/>
    <dgm:txFillClrLst meth="repeat">
      <a:schemeClr val="dk1"/>
    </dgm:txFillClrLst>
    <dgm:txEffectClrLst/>
  </dgm:styleLbl>
  <dgm:styleLbl name="alignAcc1">
    <dgm:fillClrLst meth="repeat">
      <a:schemeClr val="lt1">
        <a:alpha val="90000"/>
      </a:schemeClr>
    </dgm:fillClrLst>
    <dgm:linClrLst meth="repeat">
      <a:schemeClr val="accent2"/>
    </dgm:linClrLst>
    <dgm:effectClrLst/>
    <dgm:txLinClrLst/>
    <dgm:txFillClrLst meth="repeat">
      <a:schemeClr val="dk1"/>
    </dgm:txFillClrLst>
    <dgm:txEffectClrLst/>
  </dgm:styleLbl>
  <dgm:styleLbl name="trAlignAcc1">
    <dgm:fillClrLst meth="repeat">
      <a:schemeClr val="lt1">
        <a:alpha val="40000"/>
      </a:schemeClr>
    </dgm:fillClrLst>
    <dgm:linClrLst meth="repeat">
      <a:schemeClr val="accent2"/>
    </dgm:linClrLst>
    <dgm:effectClrLst/>
    <dgm:txLinClrLst/>
    <dgm:txFillClrLst meth="repeat">
      <a:schemeClr val="dk1"/>
    </dgm:txFillClrLst>
    <dgm:txEffectClrLst/>
  </dgm:styleLbl>
  <dgm:styleLbl name="bgAcc1">
    <dgm:fillClrLst meth="repeat">
      <a:schemeClr val="lt1">
        <a:alpha val="90000"/>
      </a:schemeClr>
    </dgm:fillClrLst>
    <dgm:linClrLst meth="repeat">
      <a:schemeClr val="accent2"/>
    </dgm:linClrLst>
    <dgm:effectClrLst/>
    <dgm:txLinClrLst/>
    <dgm:txFillClrLst meth="repeat">
      <a:schemeClr val="dk1"/>
    </dgm:txFillClrLst>
    <dgm:txEffectClrLst/>
  </dgm:styleLbl>
  <dgm:styleLbl name="solidFgAcc1">
    <dgm:fillClrLst meth="repeat">
      <a:schemeClr val="lt1"/>
    </dgm:fillClrLst>
    <dgm:linClrLst meth="repeat">
      <a:schemeClr val="accent2"/>
    </dgm:linClrLst>
    <dgm:effectClrLst/>
    <dgm:txLinClrLst/>
    <dgm:txFillClrLst meth="repeat">
      <a:schemeClr val="dk1"/>
    </dgm:txFillClrLst>
    <dgm:txEffectClrLst/>
  </dgm:styleLbl>
  <dgm:styleLbl name="solidAlignAcc1">
    <dgm:fillClrLst meth="repeat">
      <a:schemeClr val="lt1"/>
    </dgm:fillClrLst>
    <dgm:linClrLst meth="repeat">
      <a:schemeClr val="accent2"/>
    </dgm:linClrLst>
    <dgm:effectClrLst/>
    <dgm:txLinClrLst/>
    <dgm:txFillClrLst meth="repeat">
      <a:schemeClr val="dk1"/>
    </dgm:txFillClrLst>
    <dgm:txEffectClrLst/>
  </dgm:styleLbl>
  <dgm:styleLbl name="solidBgAcc1">
    <dgm:fillClrLst meth="repeat">
      <a:schemeClr val="lt1"/>
    </dgm:fillClrLst>
    <dgm:linClrLst meth="repeat">
      <a:schemeClr val="accent2"/>
    </dgm:linClrLst>
    <dgm:effectClrLst/>
    <dgm:txLinClrLst/>
    <dgm:txFillClrLst meth="repeat">
      <a:schemeClr val="dk1"/>
    </dgm:txFillClrLst>
    <dgm:txEffectClrLst/>
  </dgm:styleLbl>
  <dgm:styleLbl name="fgAccFollowNode1">
    <dgm:fillClrLst meth="repeat">
      <a:schemeClr val="accent2">
        <a:alpha val="90000"/>
        <a:tint val="40000"/>
      </a:schemeClr>
    </dgm:fillClrLst>
    <dgm:linClrLst meth="repeat">
      <a:schemeClr val="accent2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alignAccFollowNode1">
    <dgm:fillClrLst meth="repeat">
      <a:schemeClr val="accent2">
        <a:alpha val="90000"/>
        <a:tint val="40000"/>
      </a:schemeClr>
    </dgm:fillClrLst>
    <dgm:linClrLst meth="repeat">
      <a:schemeClr val="accent2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bgAccFollowNode1">
    <dgm:fillClrLst meth="repeat">
      <a:schemeClr val="accent2">
        <a:alpha val="90000"/>
        <a:tint val="40000"/>
      </a:schemeClr>
    </dgm:fillClrLst>
    <dgm:linClrLst meth="repeat">
      <a:schemeClr val="accent2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fgAcc0">
    <dgm:fillClrLst meth="repeat">
      <a:schemeClr val="lt1">
        <a:alpha val="90000"/>
      </a:schemeClr>
    </dgm:fillClrLst>
    <dgm:linClrLst meth="repeat">
      <a:schemeClr val="accent2"/>
    </dgm:linClrLst>
    <dgm:effectClrLst/>
    <dgm:txLinClrLst/>
    <dgm:txFillClrLst meth="repeat">
      <a:schemeClr val="dk1"/>
    </dgm:txFillClrLst>
    <dgm:txEffectClrLst/>
  </dgm:styleLbl>
  <dgm:styleLbl name="fgAcc2">
    <dgm:fillClrLst meth="repeat">
      <a:schemeClr val="lt1">
        <a:alpha val="90000"/>
      </a:schemeClr>
    </dgm:fillClrLst>
    <dgm:linClrLst meth="repeat">
      <a:schemeClr val="accent2"/>
    </dgm:linClrLst>
    <dgm:effectClrLst/>
    <dgm:txLinClrLst/>
    <dgm:txFillClrLst meth="repeat">
      <a:schemeClr val="dk1"/>
    </dgm:txFillClrLst>
    <dgm:txEffectClrLst/>
  </dgm:styleLbl>
  <dgm:styleLbl name="fgAcc3">
    <dgm:fillClrLst meth="repeat">
      <a:schemeClr val="lt1">
        <a:alpha val="90000"/>
      </a:schemeClr>
    </dgm:fillClrLst>
    <dgm:linClrLst meth="repeat">
      <a:schemeClr val="accent2"/>
    </dgm:linClrLst>
    <dgm:effectClrLst/>
    <dgm:txLinClrLst/>
    <dgm:txFillClrLst meth="repeat">
      <a:schemeClr val="dk1"/>
    </dgm:txFillClrLst>
    <dgm:txEffectClrLst/>
  </dgm:styleLbl>
  <dgm:styleLbl name="fgAcc4">
    <dgm:fillClrLst meth="repeat">
      <a:schemeClr val="lt1">
        <a:alpha val="90000"/>
      </a:schemeClr>
    </dgm:fillClrLst>
    <dgm:linClrLst meth="repeat">
      <a:schemeClr val="accent2"/>
    </dgm:linClrLst>
    <dgm:effectClrLst/>
    <dgm:txLinClrLst/>
    <dgm:txFillClrLst meth="repeat">
      <a:schemeClr val="dk1"/>
    </dgm:txFillClrLst>
    <dgm:txEffectClrLst/>
  </dgm:styleLbl>
  <dgm:styleLbl name="bgShp">
    <dgm:fillClrLst meth="repeat">
      <a:schemeClr val="accent2">
        <a:tint val="40000"/>
      </a:schemeClr>
    </dgm:fillClrLst>
    <dgm:linClrLst meth="repeat">
      <a:schemeClr val="accent2"/>
    </dgm:linClrLst>
    <dgm:effectClrLst/>
    <dgm:txLinClrLst/>
    <dgm:txFillClrLst meth="repeat">
      <a:schemeClr val="dk1"/>
    </dgm:txFillClrLst>
    <dgm:txEffectClrLst/>
  </dgm:styleLbl>
  <dgm:styleLbl name="dkBgShp">
    <dgm:fillClrLst meth="repeat">
      <a:schemeClr val="accent2">
        <a:shade val="80000"/>
      </a:schemeClr>
    </dgm:fillClrLst>
    <dgm:linClrLst meth="repeat">
      <a:schemeClr val="accent2"/>
    </dgm:linClrLst>
    <dgm:effectClrLst/>
    <dgm:txLinClrLst/>
    <dgm:txFillClrLst meth="repeat">
      <a:schemeClr val="lt1"/>
    </dgm:txFillClrLst>
    <dgm:txEffectClrLst/>
  </dgm:styleLbl>
  <dgm:styleLbl name="trBgShp">
    <dgm:fillClrLst meth="repeat">
      <a:schemeClr val="accent2">
        <a:tint val="50000"/>
        <a:alpha val="40000"/>
      </a:schemeClr>
    </dgm:fillClrLst>
    <dgm:linClrLst meth="repeat">
      <a:schemeClr val="accent2"/>
    </dgm:linClrLst>
    <dgm:effectClrLst/>
    <dgm:txLinClrLst/>
    <dgm:txFillClrLst meth="repeat">
      <a:schemeClr val="lt1"/>
    </dgm:txFillClrLst>
    <dgm:txEffectClrLst/>
  </dgm:styleLbl>
  <dgm:styleLbl name="fgShp">
    <dgm:fillClrLst meth="repeat">
      <a:schemeClr val="accent2">
        <a:tint val="60000"/>
      </a:schemeClr>
    </dgm:fillClrLst>
    <dgm:linClrLst meth="repeat">
      <a:schemeClr val="lt1"/>
    </dgm:linClrLst>
    <dgm:effectClrLst/>
    <dgm:txLinClrLst/>
    <dgm:txFillClrLst meth="repeat">
      <a:schemeClr val="dk1"/>
    </dgm:txFillClrLst>
    <dgm:txEffectClrLst/>
  </dgm:styleLbl>
  <dgm:styleLbl name="revTx">
    <dgm:fillClrLst meth="repeat">
      <a:schemeClr val="lt1">
        <a:alpha val="0"/>
      </a:schemeClr>
    </dgm:fillClrLst>
    <dgm:linClrLst meth="repeat">
      <a:schemeClr val="dk1">
        <a:alpha val="0"/>
      </a:schemeClr>
    </dgm:linClrLst>
    <dgm:effectClrLst/>
    <dgm:txLinClrLst/>
    <dgm:txFillClrLst meth="repeat">
      <a:schemeClr val="tx1"/>
    </dgm:txFillClrLst>
    <dgm:txEffectClrLst/>
  </dgm:styleLbl>
</dgm:colorsDef>
</file>

<file path=ppt/diagrams/data1.xml><?xml version="1.0" encoding="utf-8"?>
<dgm:dataModel xmlns:dgm="http://schemas.openxmlformats.org/drawingml/2006/diagram" xmlns:a="http://schemas.openxmlformats.org/drawingml/2006/main">
  <dgm:ptLst>
    <dgm:pt modelId="{BB7C6A23-C0DB-4FFF-8DD6-233C8C15DC79}" type="doc">
      <dgm:prSet loTypeId="urn:microsoft.com/office/officeart/2005/8/layout/vList2" loCatId="list" qsTypeId="urn:microsoft.com/office/officeart/2005/8/quickstyle/simple1" qsCatId="simple" csTypeId="urn:microsoft.com/office/officeart/2005/8/colors/accent1_2" csCatId="accent1" phldr="1"/>
      <dgm:spPr/>
      <dgm:t>
        <a:bodyPr/>
        <a:lstStyle/>
        <a:p>
          <a:endParaRPr lang="en-US"/>
        </a:p>
      </dgm:t>
    </dgm:pt>
    <dgm:pt modelId="{0A797186-7E73-49F4-A4B8-5AC4CDC6E116}">
      <dgm:prSet/>
      <dgm:spPr/>
      <dgm:t>
        <a:bodyPr/>
        <a:lstStyle/>
        <a:p>
          <a:r>
            <a:rPr lang="de-DE" dirty="0"/>
            <a:t>Einrichten einer Datenbank, um alle relevanten Informationen wie Routen, Sensordaten und Einstellungen effizient zu speichern und abzurufen.</a:t>
          </a:r>
          <a:endParaRPr lang="en-US" dirty="0"/>
        </a:p>
      </dgm:t>
    </dgm:pt>
    <dgm:pt modelId="{FDA85400-2563-45E2-A8EF-EA62C03416AC}" type="parTrans" cxnId="{D0BFD63C-56AC-44E3-B5DE-D20F9A4CDE7A}">
      <dgm:prSet/>
      <dgm:spPr/>
      <dgm:t>
        <a:bodyPr/>
        <a:lstStyle/>
        <a:p>
          <a:endParaRPr lang="en-US"/>
        </a:p>
      </dgm:t>
    </dgm:pt>
    <dgm:pt modelId="{505B5CD5-D9D6-440D-A8A0-593DFC7689A3}" type="sibTrans" cxnId="{D0BFD63C-56AC-44E3-B5DE-D20F9A4CDE7A}">
      <dgm:prSet/>
      <dgm:spPr/>
      <dgm:t>
        <a:bodyPr/>
        <a:lstStyle/>
        <a:p>
          <a:endParaRPr lang="en-US"/>
        </a:p>
      </dgm:t>
    </dgm:pt>
    <dgm:pt modelId="{4CDEF118-2E98-4C06-8841-E9ADF94FE545}">
      <dgm:prSet/>
      <dgm:spPr/>
      <dgm:t>
        <a:bodyPr/>
        <a:lstStyle/>
        <a:p>
          <a:r>
            <a:rPr lang="de-DE" dirty="0"/>
            <a:t>Das erneute abrufen von gefahrenen Routen zu einem späteren Zeitpunkt.</a:t>
          </a:r>
          <a:endParaRPr lang="en-US" dirty="0"/>
        </a:p>
      </dgm:t>
    </dgm:pt>
    <dgm:pt modelId="{9D2FD1A0-94D7-476A-B402-499EEFB716C8}" type="parTrans" cxnId="{9E275224-4BAA-4673-A989-5588328517EC}">
      <dgm:prSet/>
      <dgm:spPr/>
      <dgm:t>
        <a:bodyPr/>
        <a:lstStyle/>
        <a:p>
          <a:endParaRPr lang="en-US"/>
        </a:p>
      </dgm:t>
    </dgm:pt>
    <dgm:pt modelId="{5C5BC8C5-948C-44FD-B956-47BCC701B3EE}" type="sibTrans" cxnId="{9E275224-4BAA-4673-A989-5588328517EC}">
      <dgm:prSet/>
      <dgm:spPr/>
      <dgm:t>
        <a:bodyPr/>
        <a:lstStyle/>
        <a:p>
          <a:endParaRPr lang="en-US"/>
        </a:p>
      </dgm:t>
    </dgm:pt>
    <dgm:pt modelId="{8C4C400C-7E71-4F2C-9169-695FDE61D222}">
      <dgm:prSet/>
      <dgm:spPr/>
      <dgm:t>
        <a:bodyPr/>
        <a:lstStyle/>
        <a:p>
          <a:r>
            <a:rPr lang="en-US" dirty="0" err="1"/>
            <a:t>Sensordaten</a:t>
          </a:r>
          <a:r>
            <a:rPr lang="en-US" dirty="0"/>
            <a:t> </a:t>
          </a:r>
          <a:r>
            <a:rPr lang="en-US" dirty="0" err="1"/>
            <a:t>auslesen</a:t>
          </a:r>
          <a:r>
            <a:rPr lang="en-US" dirty="0"/>
            <a:t> und </a:t>
          </a:r>
          <a:r>
            <a:rPr lang="en-US" dirty="0" err="1"/>
            <a:t>über</a:t>
          </a:r>
          <a:r>
            <a:rPr lang="en-US" dirty="0"/>
            <a:t> API </a:t>
          </a:r>
          <a:r>
            <a:rPr lang="en-US" dirty="0" err="1"/>
            <a:t>übergeben</a:t>
          </a:r>
          <a:endParaRPr lang="en-US" dirty="0"/>
        </a:p>
      </dgm:t>
    </dgm:pt>
    <dgm:pt modelId="{6F14F82D-5626-4987-BBD2-3C899D08D4BA}" type="parTrans" cxnId="{30100B2D-6262-4D33-BD05-152003882223}">
      <dgm:prSet/>
      <dgm:spPr/>
      <dgm:t>
        <a:bodyPr/>
        <a:lstStyle/>
        <a:p>
          <a:endParaRPr lang="de-AT"/>
        </a:p>
      </dgm:t>
    </dgm:pt>
    <dgm:pt modelId="{8F1EE55C-F8A8-4115-8CDC-2670C9ECAE1C}" type="sibTrans" cxnId="{30100B2D-6262-4D33-BD05-152003882223}">
      <dgm:prSet/>
      <dgm:spPr/>
      <dgm:t>
        <a:bodyPr/>
        <a:lstStyle/>
        <a:p>
          <a:endParaRPr lang="de-AT"/>
        </a:p>
      </dgm:t>
    </dgm:pt>
    <dgm:pt modelId="{B86306FE-64EC-48EF-9EC0-B42F39B5FDBF}">
      <dgm:prSet/>
      <dgm:spPr/>
      <dgm:t>
        <a:bodyPr/>
        <a:lstStyle/>
        <a:p>
          <a:r>
            <a:rPr lang="en-US" dirty="0" err="1"/>
            <a:t>Vorbereitungen</a:t>
          </a:r>
          <a:r>
            <a:rPr lang="en-US" dirty="0"/>
            <a:t> von </a:t>
          </a:r>
          <a:r>
            <a:rPr lang="en-US" dirty="0" err="1"/>
            <a:t>Kartografie</a:t>
          </a:r>
          <a:r>
            <a:rPr lang="en-US" dirty="0"/>
            <a:t> für Sprint 4</a:t>
          </a:r>
        </a:p>
      </dgm:t>
    </dgm:pt>
    <dgm:pt modelId="{3A1206EB-CA1F-4106-ABFF-9EAAF03E8A60}" type="parTrans" cxnId="{6C03A287-8AEA-429C-8CAA-CF40078E32D8}">
      <dgm:prSet/>
      <dgm:spPr/>
      <dgm:t>
        <a:bodyPr/>
        <a:lstStyle/>
        <a:p>
          <a:endParaRPr lang="de-AT"/>
        </a:p>
      </dgm:t>
    </dgm:pt>
    <dgm:pt modelId="{82967CA6-C094-4384-A548-F7E187E9E997}" type="sibTrans" cxnId="{6C03A287-8AEA-429C-8CAA-CF40078E32D8}">
      <dgm:prSet/>
      <dgm:spPr/>
      <dgm:t>
        <a:bodyPr/>
        <a:lstStyle/>
        <a:p>
          <a:endParaRPr lang="de-AT"/>
        </a:p>
      </dgm:t>
    </dgm:pt>
    <dgm:pt modelId="{7A1EB467-E5D2-4AA9-ABCF-90EFCCAFBB51}" type="pres">
      <dgm:prSet presAssocID="{BB7C6A23-C0DB-4FFF-8DD6-233C8C15DC79}" presName="linear" presStyleCnt="0">
        <dgm:presLayoutVars>
          <dgm:animLvl val="lvl"/>
          <dgm:resizeHandles val="exact"/>
        </dgm:presLayoutVars>
      </dgm:prSet>
      <dgm:spPr/>
    </dgm:pt>
    <dgm:pt modelId="{2942ED41-48CB-4A43-80F4-94667A67B4D5}" type="pres">
      <dgm:prSet presAssocID="{0A797186-7E73-49F4-A4B8-5AC4CDC6E116}" presName="parentText" presStyleLbl="node1" presStyleIdx="0" presStyleCnt="4">
        <dgm:presLayoutVars>
          <dgm:chMax val="0"/>
          <dgm:bulletEnabled val="1"/>
        </dgm:presLayoutVars>
      </dgm:prSet>
      <dgm:spPr/>
    </dgm:pt>
    <dgm:pt modelId="{3F8E6F31-AE61-4763-A9AA-DFEDC7170DD8}" type="pres">
      <dgm:prSet presAssocID="{505B5CD5-D9D6-440D-A8A0-593DFC7689A3}" presName="spacer" presStyleCnt="0"/>
      <dgm:spPr/>
    </dgm:pt>
    <dgm:pt modelId="{6E88EC39-FC2F-40DF-B771-7A4851DDF840}" type="pres">
      <dgm:prSet presAssocID="{4CDEF118-2E98-4C06-8841-E9ADF94FE545}" presName="parentText" presStyleLbl="node1" presStyleIdx="1" presStyleCnt="4">
        <dgm:presLayoutVars>
          <dgm:chMax val="0"/>
          <dgm:bulletEnabled val="1"/>
        </dgm:presLayoutVars>
      </dgm:prSet>
      <dgm:spPr/>
    </dgm:pt>
    <dgm:pt modelId="{F877C79E-3FB1-4BAB-B6C9-96EDEF93F5EB}" type="pres">
      <dgm:prSet presAssocID="{5C5BC8C5-948C-44FD-B956-47BCC701B3EE}" presName="spacer" presStyleCnt="0"/>
      <dgm:spPr/>
    </dgm:pt>
    <dgm:pt modelId="{3792B7E3-13C6-414F-AA5D-0821C28100F1}" type="pres">
      <dgm:prSet presAssocID="{8C4C400C-7E71-4F2C-9169-695FDE61D222}" presName="parentText" presStyleLbl="node1" presStyleIdx="2" presStyleCnt="4">
        <dgm:presLayoutVars>
          <dgm:chMax val="0"/>
          <dgm:bulletEnabled val="1"/>
        </dgm:presLayoutVars>
      </dgm:prSet>
      <dgm:spPr/>
    </dgm:pt>
    <dgm:pt modelId="{EB64B730-1A9C-49D9-B70F-F1849011ED5E}" type="pres">
      <dgm:prSet presAssocID="{8F1EE55C-F8A8-4115-8CDC-2670C9ECAE1C}" presName="spacer" presStyleCnt="0"/>
      <dgm:spPr/>
    </dgm:pt>
    <dgm:pt modelId="{F26C3B39-169B-4D11-A923-DC4345FA84DC}" type="pres">
      <dgm:prSet presAssocID="{B86306FE-64EC-48EF-9EC0-B42F39B5FDBF}" presName="parentText" presStyleLbl="node1" presStyleIdx="3" presStyleCnt="4">
        <dgm:presLayoutVars>
          <dgm:chMax val="0"/>
          <dgm:bulletEnabled val="1"/>
        </dgm:presLayoutVars>
      </dgm:prSet>
      <dgm:spPr/>
    </dgm:pt>
  </dgm:ptLst>
  <dgm:cxnLst>
    <dgm:cxn modelId="{9AD6E802-9907-49D6-B99A-2BA4E7100CA7}" type="presOf" srcId="{0A797186-7E73-49F4-A4B8-5AC4CDC6E116}" destId="{2942ED41-48CB-4A43-80F4-94667A67B4D5}" srcOrd="0" destOrd="0" presId="urn:microsoft.com/office/officeart/2005/8/layout/vList2"/>
    <dgm:cxn modelId="{76923003-EB5B-4441-98B2-92CD4894E6E2}" type="presOf" srcId="{BB7C6A23-C0DB-4FFF-8DD6-233C8C15DC79}" destId="{7A1EB467-E5D2-4AA9-ABCF-90EFCCAFBB51}" srcOrd="0" destOrd="0" presId="urn:microsoft.com/office/officeart/2005/8/layout/vList2"/>
    <dgm:cxn modelId="{9E275224-4BAA-4673-A989-5588328517EC}" srcId="{BB7C6A23-C0DB-4FFF-8DD6-233C8C15DC79}" destId="{4CDEF118-2E98-4C06-8841-E9ADF94FE545}" srcOrd="1" destOrd="0" parTransId="{9D2FD1A0-94D7-476A-B402-499EEFB716C8}" sibTransId="{5C5BC8C5-948C-44FD-B956-47BCC701B3EE}"/>
    <dgm:cxn modelId="{30100B2D-6262-4D33-BD05-152003882223}" srcId="{BB7C6A23-C0DB-4FFF-8DD6-233C8C15DC79}" destId="{8C4C400C-7E71-4F2C-9169-695FDE61D222}" srcOrd="2" destOrd="0" parTransId="{6F14F82D-5626-4987-BBD2-3C899D08D4BA}" sibTransId="{8F1EE55C-F8A8-4115-8CDC-2670C9ECAE1C}"/>
    <dgm:cxn modelId="{D0BFD63C-56AC-44E3-B5DE-D20F9A4CDE7A}" srcId="{BB7C6A23-C0DB-4FFF-8DD6-233C8C15DC79}" destId="{0A797186-7E73-49F4-A4B8-5AC4CDC6E116}" srcOrd="0" destOrd="0" parTransId="{FDA85400-2563-45E2-A8EF-EA62C03416AC}" sibTransId="{505B5CD5-D9D6-440D-A8A0-593DFC7689A3}"/>
    <dgm:cxn modelId="{58CB9C76-10F1-4CE7-ACB7-DACA53EF03BC}" type="presOf" srcId="{4CDEF118-2E98-4C06-8841-E9ADF94FE545}" destId="{6E88EC39-FC2F-40DF-B771-7A4851DDF840}" srcOrd="0" destOrd="0" presId="urn:microsoft.com/office/officeart/2005/8/layout/vList2"/>
    <dgm:cxn modelId="{1D769D79-1A3B-49C5-BBB9-6E567D502B02}" type="presOf" srcId="{B86306FE-64EC-48EF-9EC0-B42F39B5FDBF}" destId="{F26C3B39-169B-4D11-A923-DC4345FA84DC}" srcOrd="0" destOrd="0" presId="urn:microsoft.com/office/officeart/2005/8/layout/vList2"/>
    <dgm:cxn modelId="{6C03A287-8AEA-429C-8CAA-CF40078E32D8}" srcId="{BB7C6A23-C0DB-4FFF-8DD6-233C8C15DC79}" destId="{B86306FE-64EC-48EF-9EC0-B42F39B5FDBF}" srcOrd="3" destOrd="0" parTransId="{3A1206EB-CA1F-4106-ABFF-9EAAF03E8A60}" sibTransId="{82967CA6-C094-4384-A548-F7E187E9E997}"/>
    <dgm:cxn modelId="{5DFB90CC-670E-43C0-9E95-EBBFE3C6BAF9}" type="presOf" srcId="{8C4C400C-7E71-4F2C-9169-695FDE61D222}" destId="{3792B7E3-13C6-414F-AA5D-0821C28100F1}" srcOrd="0" destOrd="0" presId="urn:microsoft.com/office/officeart/2005/8/layout/vList2"/>
    <dgm:cxn modelId="{CA2AF283-55FC-4756-9116-EBE5FEA33DA4}" type="presParOf" srcId="{7A1EB467-E5D2-4AA9-ABCF-90EFCCAFBB51}" destId="{2942ED41-48CB-4A43-80F4-94667A67B4D5}" srcOrd="0" destOrd="0" presId="urn:microsoft.com/office/officeart/2005/8/layout/vList2"/>
    <dgm:cxn modelId="{BDEB1D55-FDF0-4322-A278-6D037E1427DF}" type="presParOf" srcId="{7A1EB467-E5D2-4AA9-ABCF-90EFCCAFBB51}" destId="{3F8E6F31-AE61-4763-A9AA-DFEDC7170DD8}" srcOrd="1" destOrd="0" presId="urn:microsoft.com/office/officeart/2005/8/layout/vList2"/>
    <dgm:cxn modelId="{A4F2385D-F84D-4568-BA02-93E640EAF105}" type="presParOf" srcId="{7A1EB467-E5D2-4AA9-ABCF-90EFCCAFBB51}" destId="{6E88EC39-FC2F-40DF-B771-7A4851DDF840}" srcOrd="2" destOrd="0" presId="urn:microsoft.com/office/officeart/2005/8/layout/vList2"/>
    <dgm:cxn modelId="{5495A410-0DB3-42DD-B413-523546B848A2}" type="presParOf" srcId="{7A1EB467-E5D2-4AA9-ABCF-90EFCCAFBB51}" destId="{F877C79E-3FB1-4BAB-B6C9-96EDEF93F5EB}" srcOrd="3" destOrd="0" presId="urn:microsoft.com/office/officeart/2005/8/layout/vList2"/>
    <dgm:cxn modelId="{0222C871-9AC9-449F-AAD6-A3ABB96F4CC6}" type="presParOf" srcId="{7A1EB467-E5D2-4AA9-ABCF-90EFCCAFBB51}" destId="{3792B7E3-13C6-414F-AA5D-0821C28100F1}" srcOrd="4" destOrd="0" presId="urn:microsoft.com/office/officeart/2005/8/layout/vList2"/>
    <dgm:cxn modelId="{D7C15971-3FF7-44BF-BE1C-0956C3661D3A}" type="presParOf" srcId="{7A1EB467-E5D2-4AA9-ABCF-90EFCCAFBB51}" destId="{EB64B730-1A9C-49D9-B70F-F1849011ED5E}" srcOrd="5" destOrd="0" presId="urn:microsoft.com/office/officeart/2005/8/layout/vList2"/>
    <dgm:cxn modelId="{E3B645F6-ACB4-47F8-BBF7-7C3FB14A0C1F}" type="presParOf" srcId="{7A1EB467-E5D2-4AA9-ABCF-90EFCCAFBB51}" destId="{F26C3B39-169B-4D11-A923-DC4345FA84DC}" srcOrd="6" destOrd="0" presId="urn:microsoft.com/office/officeart/2005/8/layout/vList2"/>
  </dgm:cxnLst>
  <dgm:bg/>
  <dgm:whole/>
  <dgm:extLst>
    <a:ext uri="http://schemas.microsoft.com/office/drawing/2008/diagram">
      <dsp:dataModelExt xmlns:dsp="http://schemas.microsoft.com/office/drawing/2008/diagram" relId="rId6" minVer="http://schemas.openxmlformats.org/drawingml/2006/diagram"/>
    </a:ext>
  </dgm:extLst>
</dgm:dataModel>
</file>

<file path=ppt/diagrams/data2.xml><?xml version="1.0" encoding="utf-8"?>
<dgm:dataModel xmlns:dgm="http://schemas.openxmlformats.org/drawingml/2006/diagram" xmlns:a="http://schemas.openxmlformats.org/drawingml/2006/main">
  <dgm:ptLst>
    <dgm:pt modelId="{752E0E8F-0AB2-46F7-8FBC-35E315641B66}" type="doc">
      <dgm:prSet loTypeId="urn:microsoft.com/office/officeart/2018/5/layout/CenteredIconLabelDescriptionList" loCatId="icon" qsTypeId="urn:microsoft.com/office/officeart/2005/8/quickstyle/simple1" qsCatId="simple" csTypeId="urn:microsoft.com/office/officeart/2005/8/colors/accent2_2" csCatId="accent2" phldr="1"/>
      <dgm:spPr/>
      <dgm:t>
        <a:bodyPr/>
        <a:lstStyle/>
        <a:p>
          <a:endParaRPr lang="en-US"/>
        </a:p>
      </dgm:t>
    </dgm:pt>
    <dgm:pt modelId="{4E1C5CFB-05FB-47E2-94C5-885EF49E2772}">
      <dgm:prSet custT="1"/>
      <dgm:spPr/>
      <dgm:t>
        <a:bodyPr/>
        <a:lstStyle/>
        <a:p>
          <a:pPr>
            <a:lnSpc>
              <a:spcPct val="100000"/>
            </a:lnSpc>
            <a:defRPr b="1"/>
          </a:pPr>
          <a:r>
            <a:rPr lang="de-DE" sz="1800">
              <a:latin typeface="+mn-lt"/>
            </a:rPr>
            <a:t>Jonas:</a:t>
          </a:r>
          <a:endParaRPr lang="en-US" sz="1800">
            <a:latin typeface="+mn-lt"/>
          </a:endParaRPr>
        </a:p>
      </dgm:t>
    </dgm:pt>
    <dgm:pt modelId="{0001762E-948A-4D33-B8C0-B0469925A1A9}" type="parTrans" cxnId="{36A11F0F-8E07-443C-9D7E-4B0D212CA221}">
      <dgm:prSet/>
      <dgm:spPr/>
      <dgm:t>
        <a:bodyPr/>
        <a:lstStyle/>
        <a:p>
          <a:endParaRPr lang="en-US"/>
        </a:p>
      </dgm:t>
    </dgm:pt>
    <dgm:pt modelId="{C87918E1-C6A2-4FF0-8465-9BF81A75E2AE}" type="sibTrans" cxnId="{36A11F0F-8E07-443C-9D7E-4B0D212CA221}">
      <dgm:prSet/>
      <dgm:spPr/>
      <dgm:t>
        <a:bodyPr/>
        <a:lstStyle/>
        <a:p>
          <a:endParaRPr lang="en-US"/>
        </a:p>
      </dgm:t>
    </dgm:pt>
    <dgm:pt modelId="{29C6B8EC-1BEC-41BC-8E41-B7B6D0F68DE0}">
      <dgm:prSet custT="1"/>
      <dgm:spPr/>
      <dgm:t>
        <a:bodyPr/>
        <a:lstStyle/>
        <a:p>
          <a:pPr>
            <a:lnSpc>
              <a:spcPct val="100000"/>
            </a:lnSpc>
          </a:pPr>
          <a:r>
            <a:rPr lang="de-DE" sz="1800" dirty="0">
              <a:latin typeface="+mn-lt"/>
            </a:rPr>
            <a:t>Kartografie</a:t>
          </a:r>
        </a:p>
        <a:p>
          <a:pPr>
            <a:lnSpc>
              <a:spcPct val="100000"/>
            </a:lnSpc>
          </a:pPr>
          <a:r>
            <a:rPr lang="de-DE" sz="1800" dirty="0">
              <a:latin typeface="+mn-lt"/>
            </a:rPr>
            <a:t>Projektdokumentation</a:t>
          </a:r>
        </a:p>
        <a:p>
          <a:pPr>
            <a:lnSpc>
              <a:spcPct val="100000"/>
            </a:lnSpc>
          </a:pPr>
          <a:r>
            <a:rPr lang="de-DE" sz="1800" dirty="0">
              <a:latin typeface="+mn-lt"/>
            </a:rPr>
            <a:t>Testen</a:t>
          </a:r>
        </a:p>
        <a:p>
          <a:pPr>
            <a:lnSpc>
              <a:spcPct val="100000"/>
            </a:lnSpc>
          </a:pPr>
          <a:r>
            <a:rPr lang="de-DE" sz="1800" dirty="0">
              <a:latin typeface="+mn-lt"/>
            </a:rPr>
            <a:t>Sprint Review</a:t>
          </a:r>
        </a:p>
      </dgm:t>
    </dgm:pt>
    <dgm:pt modelId="{A8885009-E7BD-41E6-93CF-B29357862DF3}" type="parTrans" cxnId="{B7EA9F60-9F94-41DE-9E48-BA1A1C385521}">
      <dgm:prSet/>
      <dgm:spPr/>
      <dgm:t>
        <a:bodyPr/>
        <a:lstStyle/>
        <a:p>
          <a:endParaRPr lang="en-US"/>
        </a:p>
      </dgm:t>
    </dgm:pt>
    <dgm:pt modelId="{F20BE8AD-DD2E-49FF-B3A1-6293B0AC9918}" type="sibTrans" cxnId="{B7EA9F60-9F94-41DE-9E48-BA1A1C385521}">
      <dgm:prSet/>
      <dgm:spPr/>
      <dgm:t>
        <a:bodyPr/>
        <a:lstStyle/>
        <a:p>
          <a:endParaRPr lang="en-US"/>
        </a:p>
      </dgm:t>
    </dgm:pt>
    <dgm:pt modelId="{8BD8BDB5-461B-4B57-85EE-74F76467EC92}">
      <dgm:prSet custT="1"/>
      <dgm:spPr/>
      <dgm:t>
        <a:bodyPr/>
        <a:lstStyle/>
        <a:p>
          <a:pPr>
            <a:lnSpc>
              <a:spcPct val="100000"/>
            </a:lnSpc>
            <a:defRPr b="1"/>
          </a:pPr>
          <a:r>
            <a:rPr lang="de-DE" sz="1800">
              <a:latin typeface="+mn-lt"/>
            </a:rPr>
            <a:t>Florian:</a:t>
          </a:r>
          <a:endParaRPr lang="en-US" sz="1800">
            <a:latin typeface="+mn-lt"/>
          </a:endParaRPr>
        </a:p>
      </dgm:t>
    </dgm:pt>
    <dgm:pt modelId="{182A7F46-4DE2-49D6-A642-F1AF2BFF4D35}" type="parTrans" cxnId="{CD741222-A02F-4484-BB2F-FB1F31440230}">
      <dgm:prSet/>
      <dgm:spPr/>
      <dgm:t>
        <a:bodyPr/>
        <a:lstStyle/>
        <a:p>
          <a:endParaRPr lang="en-US"/>
        </a:p>
      </dgm:t>
    </dgm:pt>
    <dgm:pt modelId="{7E6AEE83-8BAC-4A5A-8E81-7D730B90C1B1}" type="sibTrans" cxnId="{CD741222-A02F-4484-BB2F-FB1F31440230}">
      <dgm:prSet/>
      <dgm:spPr/>
      <dgm:t>
        <a:bodyPr/>
        <a:lstStyle/>
        <a:p>
          <a:endParaRPr lang="en-US"/>
        </a:p>
      </dgm:t>
    </dgm:pt>
    <dgm:pt modelId="{9F8F3651-59E9-4269-AFE0-09022F2641E5}">
      <dgm:prSet custT="1"/>
      <dgm:spPr/>
      <dgm:t>
        <a:bodyPr/>
        <a:lstStyle/>
        <a:p>
          <a:pPr>
            <a:lnSpc>
              <a:spcPct val="100000"/>
            </a:lnSpc>
          </a:pPr>
          <a:r>
            <a:rPr lang="en-US" sz="1800" dirty="0">
              <a:latin typeface="+mn-lt"/>
            </a:rPr>
            <a:t>Bug Fixing</a:t>
          </a:r>
        </a:p>
        <a:p>
          <a:pPr>
            <a:lnSpc>
              <a:spcPct val="100000"/>
            </a:lnSpc>
          </a:pPr>
          <a:r>
            <a:rPr lang="de-DE" sz="1800" dirty="0">
              <a:latin typeface="+mn-lt"/>
            </a:rPr>
            <a:t>Kartografie</a:t>
          </a:r>
          <a:endParaRPr lang="en-US" sz="1800" dirty="0">
            <a:latin typeface="+mn-lt"/>
          </a:endParaRPr>
        </a:p>
      </dgm:t>
    </dgm:pt>
    <dgm:pt modelId="{52D2C008-9A8D-44CC-ACD5-D4CDD01896AB}" type="parTrans" cxnId="{2E01B06C-8F6F-4E96-9180-B170888BCE51}">
      <dgm:prSet/>
      <dgm:spPr/>
      <dgm:t>
        <a:bodyPr/>
        <a:lstStyle/>
        <a:p>
          <a:endParaRPr lang="en-US"/>
        </a:p>
      </dgm:t>
    </dgm:pt>
    <dgm:pt modelId="{8EAFBE42-4130-4192-85A1-7279B80CF005}" type="sibTrans" cxnId="{2E01B06C-8F6F-4E96-9180-B170888BCE51}">
      <dgm:prSet/>
      <dgm:spPr/>
      <dgm:t>
        <a:bodyPr/>
        <a:lstStyle/>
        <a:p>
          <a:endParaRPr lang="en-US"/>
        </a:p>
      </dgm:t>
    </dgm:pt>
    <dgm:pt modelId="{F7D05F1C-0AF0-45F9-8367-4664BD75FE94}">
      <dgm:prSet custT="1"/>
      <dgm:spPr/>
      <dgm:t>
        <a:bodyPr/>
        <a:lstStyle/>
        <a:p>
          <a:pPr>
            <a:lnSpc>
              <a:spcPct val="100000"/>
            </a:lnSpc>
          </a:pPr>
          <a:r>
            <a:rPr lang="de-DE" sz="1800" dirty="0">
              <a:latin typeface="+mn-lt"/>
            </a:rPr>
            <a:t>Testen</a:t>
          </a:r>
        </a:p>
      </dgm:t>
    </dgm:pt>
    <dgm:pt modelId="{2F89FA8E-5843-4403-B219-A6DC823C1626}" type="parTrans" cxnId="{C9284DAD-0ACB-4F22-8060-FEB29D6FF90B}">
      <dgm:prSet/>
      <dgm:spPr/>
      <dgm:t>
        <a:bodyPr/>
        <a:lstStyle/>
        <a:p>
          <a:endParaRPr lang="en-US"/>
        </a:p>
      </dgm:t>
    </dgm:pt>
    <dgm:pt modelId="{8B7FB8AD-95A4-468E-9602-DA0BA2A5D5D6}" type="sibTrans" cxnId="{C9284DAD-0ACB-4F22-8060-FEB29D6FF90B}">
      <dgm:prSet/>
      <dgm:spPr/>
      <dgm:t>
        <a:bodyPr/>
        <a:lstStyle/>
        <a:p>
          <a:endParaRPr lang="en-US"/>
        </a:p>
      </dgm:t>
    </dgm:pt>
    <dgm:pt modelId="{225B702D-0461-481B-8A21-EF156FA3F4D3}">
      <dgm:prSet custT="1"/>
      <dgm:spPr/>
      <dgm:t>
        <a:bodyPr/>
        <a:lstStyle/>
        <a:p>
          <a:pPr>
            <a:lnSpc>
              <a:spcPct val="100000"/>
            </a:lnSpc>
            <a:defRPr b="1"/>
          </a:pPr>
          <a:r>
            <a:rPr lang="de-DE" sz="1800">
              <a:latin typeface="+mn-lt"/>
            </a:rPr>
            <a:t>Philip:</a:t>
          </a:r>
          <a:endParaRPr lang="en-US" sz="1800">
            <a:latin typeface="+mn-lt"/>
          </a:endParaRPr>
        </a:p>
      </dgm:t>
    </dgm:pt>
    <dgm:pt modelId="{83100241-5F4E-4066-B00B-F304FCB8EADA}" type="sibTrans" cxnId="{6FDAC93C-A744-4626-ABE2-D59AC937224D}">
      <dgm:prSet/>
      <dgm:spPr/>
      <dgm:t>
        <a:bodyPr/>
        <a:lstStyle/>
        <a:p>
          <a:endParaRPr lang="en-US"/>
        </a:p>
      </dgm:t>
    </dgm:pt>
    <dgm:pt modelId="{74EEC7B8-3818-4013-B09C-1EA091169C2E}" type="parTrans" cxnId="{6FDAC93C-A744-4626-ABE2-D59AC937224D}">
      <dgm:prSet/>
      <dgm:spPr/>
      <dgm:t>
        <a:bodyPr/>
        <a:lstStyle/>
        <a:p>
          <a:endParaRPr lang="en-US"/>
        </a:p>
      </dgm:t>
    </dgm:pt>
    <dgm:pt modelId="{CE5A8C00-F261-4A8B-8E67-F0D81A2439F1}">
      <dgm:prSet phldr="0" custT="1"/>
      <dgm:spPr/>
      <dgm:t>
        <a:bodyPr/>
        <a:lstStyle/>
        <a:p>
          <a:pPr>
            <a:lnSpc>
              <a:spcPct val="100000"/>
            </a:lnSpc>
          </a:pPr>
          <a:r>
            <a:rPr lang="de-DE" sz="1800" dirty="0">
              <a:latin typeface="+mn-lt"/>
            </a:rPr>
            <a:t>Kartografie</a:t>
          </a:r>
        </a:p>
        <a:p>
          <a:pPr>
            <a:lnSpc>
              <a:spcPct val="100000"/>
            </a:lnSpc>
          </a:pPr>
          <a:r>
            <a:rPr lang="de-DE" sz="1800" dirty="0">
              <a:latin typeface="+mn-lt"/>
            </a:rPr>
            <a:t>Testen</a:t>
          </a:r>
        </a:p>
      </dgm:t>
    </dgm:pt>
    <dgm:pt modelId="{5261D149-580C-4E49-8CBC-B068B8048B86}" type="parTrans" cxnId="{6293EDA8-3E53-4C4B-8B7E-2DC52FFBC92D}">
      <dgm:prSet/>
      <dgm:spPr/>
      <dgm:t>
        <a:bodyPr/>
        <a:lstStyle/>
        <a:p>
          <a:endParaRPr lang="de-AT"/>
        </a:p>
      </dgm:t>
    </dgm:pt>
    <dgm:pt modelId="{B9A041A4-B5E8-4C47-9766-493BE5CBC5A6}" type="sibTrans" cxnId="{6293EDA8-3E53-4C4B-8B7E-2DC52FFBC92D}">
      <dgm:prSet/>
      <dgm:spPr/>
      <dgm:t>
        <a:bodyPr/>
        <a:lstStyle/>
        <a:p>
          <a:endParaRPr lang="de-AT"/>
        </a:p>
      </dgm:t>
    </dgm:pt>
    <dgm:pt modelId="{F28676FF-2711-49D3-ADA1-9CDD135E1ED1}" type="pres">
      <dgm:prSet presAssocID="{752E0E8F-0AB2-46F7-8FBC-35E315641B66}" presName="root" presStyleCnt="0">
        <dgm:presLayoutVars>
          <dgm:dir/>
          <dgm:resizeHandles val="exact"/>
        </dgm:presLayoutVars>
      </dgm:prSet>
      <dgm:spPr/>
    </dgm:pt>
    <dgm:pt modelId="{AF9C9CEB-9E1E-4285-B587-82FB02F3E936}" type="pres">
      <dgm:prSet presAssocID="{4E1C5CFB-05FB-47E2-94C5-885EF49E2772}" presName="compNode" presStyleCnt="0"/>
      <dgm:spPr/>
    </dgm:pt>
    <dgm:pt modelId="{C17225F5-0448-4158-B3C5-BE5385D9D5C9}" type="pres">
      <dgm:prSet presAssocID="{4E1C5CFB-05FB-47E2-94C5-885EF49E2772}" presName="iconRect" presStyleLbl="node1" presStyleIdx="0" presStyleCnt="3" custLinFactNeighborX="-674" custLinFactNeighborY="1445"/>
      <dgm:spPr>
        <a:blipFill>
          <a:blip xmlns:r="http://schemas.openxmlformats.org/officeDocument/2006/relationships" r:embed="rId1">
            <a:extLst>
              <a:ext uri="{96DAC541-7B7A-43D3-8B79-37D633B846F1}">
                <asvg:svgBlip xmlns:asvg="http://schemas.microsoft.com/office/drawing/2016/SVG/main" r:embed="rId2"/>
              </a:ext>
            </a:extLst>
          </a:blip>
          <a:srcRect/>
          <a:stretch>
            <a:fillRect/>
          </a:stretch>
        </a:blipFill>
        <a:ln>
          <a:noFill/>
        </a:ln>
      </dgm:spPr>
      <dgm:extLst>
        <a:ext uri="{E40237B7-FDA0-4F09-8148-C483321AD2D9}">
          <dgm14:cNvPr xmlns:dgm14="http://schemas.microsoft.com/office/drawing/2010/diagram" id="0" name="" descr="Büromitarbeiter mit einfarbiger Füllung"/>
        </a:ext>
      </dgm:extLst>
    </dgm:pt>
    <dgm:pt modelId="{9FE1B098-1101-4032-9BFF-36ACB2F0A2C7}" type="pres">
      <dgm:prSet presAssocID="{4E1C5CFB-05FB-47E2-94C5-885EF49E2772}" presName="iconSpace" presStyleCnt="0"/>
      <dgm:spPr/>
    </dgm:pt>
    <dgm:pt modelId="{A0E51B95-A5C1-4F87-A480-660CAFBC6880}" type="pres">
      <dgm:prSet presAssocID="{4E1C5CFB-05FB-47E2-94C5-885EF49E2772}" presName="parTx" presStyleLbl="revTx" presStyleIdx="0" presStyleCnt="6" custLinFactNeighborX="-236" custLinFactNeighborY="-42144">
        <dgm:presLayoutVars>
          <dgm:chMax val="0"/>
          <dgm:chPref val="0"/>
        </dgm:presLayoutVars>
      </dgm:prSet>
      <dgm:spPr/>
    </dgm:pt>
    <dgm:pt modelId="{F7DC7FF2-76FA-4ACE-B539-EE1EB17541AF}" type="pres">
      <dgm:prSet presAssocID="{4E1C5CFB-05FB-47E2-94C5-885EF49E2772}" presName="txSpace" presStyleCnt="0"/>
      <dgm:spPr/>
    </dgm:pt>
    <dgm:pt modelId="{47BB8071-44DA-46A4-AA9E-6FD7C4B231BA}" type="pres">
      <dgm:prSet presAssocID="{4E1C5CFB-05FB-47E2-94C5-885EF49E2772}" presName="desTx" presStyleLbl="revTx" presStyleIdx="1" presStyleCnt="6" custScaleX="133726" custScaleY="142343" custLinFactNeighborX="7317" custLinFactNeighborY="14835">
        <dgm:presLayoutVars/>
      </dgm:prSet>
      <dgm:spPr/>
    </dgm:pt>
    <dgm:pt modelId="{AAB2CB4A-1873-4CC0-8EF8-CBD9DE6EB4BF}" type="pres">
      <dgm:prSet presAssocID="{C87918E1-C6A2-4FF0-8465-9BF81A75E2AE}" presName="sibTrans" presStyleCnt="0"/>
      <dgm:spPr/>
    </dgm:pt>
    <dgm:pt modelId="{583C0E49-3A53-4B18-84B6-A61C2FE43F15}" type="pres">
      <dgm:prSet presAssocID="{8BD8BDB5-461B-4B57-85EE-74F76467EC92}" presName="compNode" presStyleCnt="0"/>
      <dgm:spPr/>
    </dgm:pt>
    <dgm:pt modelId="{E2838515-3417-4EEB-B2E4-B090C7B3E23D}" type="pres">
      <dgm:prSet presAssocID="{8BD8BDB5-461B-4B57-85EE-74F76467EC92}" presName="iconRect" presStyleLbl="node1" presStyleIdx="1" presStyleCnt="3" custLinFactNeighborX="-4804" custLinFactNeighborY="-11536"/>
      <dgm:spPr>
        <a:blipFill>
          <a:blip xmlns:r="http://schemas.openxmlformats.org/officeDocument/2006/relationships" r:embed="rId3">
            <a:extLst>
              <a:ext uri="{96DAC541-7B7A-43D3-8B79-37D633B846F1}">
                <asvg:svgBlip xmlns:asvg="http://schemas.microsoft.com/office/drawing/2016/SVG/main" r:embed="rId4"/>
              </a:ext>
            </a:extLst>
          </a:blip>
          <a:srcRect/>
          <a:stretch>
            <a:fillRect/>
          </a:stretch>
        </a:blipFill>
        <a:ln>
          <a:noFill/>
        </a:ln>
      </dgm:spPr>
      <dgm:extLst>
        <a:ext uri="{E40237B7-FDA0-4F09-8148-C483321AD2D9}">
          <dgm14:cNvPr xmlns:dgm14="http://schemas.microsoft.com/office/drawing/2010/diagram" id="0" name="" descr="Gehirn im Kopf mit einfarbiger Füllung"/>
        </a:ext>
      </dgm:extLst>
    </dgm:pt>
    <dgm:pt modelId="{A66B2CC8-937A-44E3-97E4-A8548689FA2D}" type="pres">
      <dgm:prSet presAssocID="{8BD8BDB5-461B-4B57-85EE-74F76467EC92}" presName="iconSpace" presStyleCnt="0"/>
      <dgm:spPr/>
    </dgm:pt>
    <dgm:pt modelId="{8AC032CC-0475-4FEA-9D21-A4442CA5E9BC}" type="pres">
      <dgm:prSet presAssocID="{8BD8BDB5-461B-4B57-85EE-74F76467EC92}" presName="parTx" presStyleLbl="revTx" presStyleIdx="2" presStyleCnt="6" custLinFactNeighborX="-631" custLinFactNeighborY="-49794">
        <dgm:presLayoutVars>
          <dgm:chMax val="0"/>
          <dgm:chPref val="0"/>
        </dgm:presLayoutVars>
      </dgm:prSet>
      <dgm:spPr/>
    </dgm:pt>
    <dgm:pt modelId="{C978531F-219F-4B64-AACB-08F8559A99CC}" type="pres">
      <dgm:prSet presAssocID="{8BD8BDB5-461B-4B57-85EE-74F76467EC92}" presName="txSpace" presStyleCnt="0"/>
      <dgm:spPr/>
    </dgm:pt>
    <dgm:pt modelId="{B13BCD90-4678-4EBA-865E-438DC96EF2AB}" type="pres">
      <dgm:prSet presAssocID="{8BD8BDB5-461B-4B57-85EE-74F76467EC92}" presName="desTx" presStyleLbl="revTx" presStyleIdx="3" presStyleCnt="6" custScaleX="144156" custScaleY="157040" custLinFactNeighborX="220" custLinFactNeighborY="23505">
        <dgm:presLayoutVars/>
      </dgm:prSet>
      <dgm:spPr/>
    </dgm:pt>
    <dgm:pt modelId="{BA45A3B1-8F58-42D6-BD67-3E6AC6268543}" type="pres">
      <dgm:prSet presAssocID="{7E6AEE83-8BAC-4A5A-8E81-7D730B90C1B1}" presName="sibTrans" presStyleCnt="0"/>
      <dgm:spPr/>
    </dgm:pt>
    <dgm:pt modelId="{CE62A58F-7531-4EAE-B9BD-9B91A6D1EF96}" type="pres">
      <dgm:prSet presAssocID="{225B702D-0461-481B-8A21-EF156FA3F4D3}" presName="compNode" presStyleCnt="0"/>
      <dgm:spPr/>
    </dgm:pt>
    <dgm:pt modelId="{93F2219F-7259-4575-BBF0-68B421623D7F}" type="pres">
      <dgm:prSet presAssocID="{225B702D-0461-481B-8A21-EF156FA3F4D3}" presName="iconRect" presStyleLbl="node1" presStyleIdx="2" presStyleCnt="3" custLinFactNeighborX="-10541" custLinFactNeighborY="-15157"/>
      <dgm:spPr>
        <a:blipFill>
          <a:blip xmlns:r="http://schemas.openxmlformats.org/officeDocument/2006/relationships" r:embed="rId5">
            <a:extLst>
              <a:ext uri="{96DAC541-7B7A-43D3-8B79-37D633B846F1}">
                <asvg:svgBlip xmlns:asvg="http://schemas.microsoft.com/office/drawing/2016/SVG/main" r:embed="rId6"/>
              </a:ext>
            </a:extLst>
          </a:blip>
          <a:srcRect/>
          <a:stretch>
            <a:fillRect/>
          </a:stretch>
        </a:blipFill>
      </dgm:spPr>
      <dgm:extLst>
        <a:ext uri="{E40237B7-FDA0-4F09-8148-C483321AD2D9}">
          <dgm14:cNvPr xmlns:dgm14="http://schemas.microsoft.com/office/drawing/2010/diagram" id="0" name="" descr="Schuljunge mit einfarbiger Füllung"/>
        </a:ext>
      </dgm:extLst>
    </dgm:pt>
    <dgm:pt modelId="{40FD589A-1C92-44F1-A6AB-234E4EBA6CCD}" type="pres">
      <dgm:prSet presAssocID="{225B702D-0461-481B-8A21-EF156FA3F4D3}" presName="iconSpace" presStyleCnt="0"/>
      <dgm:spPr/>
    </dgm:pt>
    <dgm:pt modelId="{AA980E9A-FE33-4A78-A5B7-689120A83397}" type="pres">
      <dgm:prSet presAssocID="{225B702D-0461-481B-8A21-EF156FA3F4D3}" presName="parTx" presStyleLbl="revTx" presStyleIdx="4" presStyleCnt="6" custLinFactNeighborX="-2992" custLinFactNeighborY="-63768">
        <dgm:presLayoutVars>
          <dgm:chMax val="0"/>
          <dgm:chPref val="0"/>
        </dgm:presLayoutVars>
      </dgm:prSet>
      <dgm:spPr/>
    </dgm:pt>
    <dgm:pt modelId="{E75E2FD0-A5B9-4E0A-B8FE-80A0E8BF13A8}" type="pres">
      <dgm:prSet presAssocID="{225B702D-0461-481B-8A21-EF156FA3F4D3}" presName="txSpace" presStyleCnt="0"/>
      <dgm:spPr/>
    </dgm:pt>
    <dgm:pt modelId="{5FE12465-6107-4411-87A9-4EBB3F01AD4A}" type="pres">
      <dgm:prSet presAssocID="{225B702D-0461-481B-8A21-EF156FA3F4D3}" presName="desTx" presStyleLbl="revTx" presStyleIdx="5" presStyleCnt="6" custScaleX="117031" custScaleY="121695">
        <dgm:presLayoutVars/>
      </dgm:prSet>
      <dgm:spPr/>
    </dgm:pt>
  </dgm:ptLst>
  <dgm:cxnLst>
    <dgm:cxn modelId="{36A11F0F-8E07-443C-9D7E-4B0D212CA221}" srcId="{752E0E8F-0AB2-46F7-8FBC-35E315641B66}" destId="{4E1C5CFB-05FB-47E2-94C5-885EF49E2772}" srcOrd="0" destOrd="0" parTransId="{0001762E-948A-4D33-B8C0-B0469925A1A9}" sibTransId="{C87918E1-C6A2-4FF0-8465-9BF81A75E2AE}"/>
    <dgm:cxn modelId="{CD741222-A02F-4484-BB2F-FB1F31440230}" srcId="{752E0E8F-0AB2-46F7-8FBC-35E315641B66}" destId="{8BD8BDB5-461B-4B57-85EE-74F76467EC92}" srcOrd="1" destOrd="0" parTransId="{182A7F46-4DE2-49D6-A642-F1AF2BFF4D35}" sibTransId="{7E6AEE83-8BAC-4A5A-8E81-7D730B90C1B1}"/>
    <dgm:cxn modelId="{6FDAC93C-A744-4626-ABE2-D59AC937224D}" srcId="{752E0E8F-0AB2-46F7-8FBC-35E315641B66}" destId="{225B702D-0461-481B-8A21-EF156FA3F4D3}" srcOrd="2" destOrd="0" parTransId="{74EEC7B8-3818-4013-B09C-1EA091169C2E}" sibTransId="{83100241-5F4E-4066-B00B-F304FCB8EADA}"/>
    <dgm:cxn modelId="{B7EA9F60-9F94-41DE-9E48-BA1A1C385521}" srcId="{4E1C5CFB-05FB-47E2-94C5-885EF49E2772}" destId="{29C6B8EC-1BEC-41BC-8E41-B7B6D0F68DE0}" srcOrd="0" destOrd="0" parTransId="{A8885009-E7BD-41E6-93CF-B29357862DF3}" sibTransId="{F20BE8AD-DD2E-49FF-B3A1-6293B0AC9918}"/>
    <dgm:cxn modelId="{D48C7763-D4AE-4668-B788-0A74BC8944FB}" type="presOf" srcId="{F7D05F1C-0AF0-45F9-8367-4664BD75FE94}" destId="{B13BCD90-4678-4EBA-865E-438DC96EF2AB}" srcOrd="0" destOrd="1" presId="urn:microsoft.com/office/officeart/2018/5/layout/CenteredIconLabelDescriptionList"/>
    <dgm:cxn modelId="{2E01B06C-8F6F-4E96-9180-B170888BCE51}" srcId="{8BD8BDB5-461B-4B57-85EE-74F76467EC92}" destId="{9F8F3651-59E9-4269-AFE0-09022F2641E5}" srcOrd="0" destOrd="0" parTransId="{52D2C008-9A8D-44CC-ACD5-D4CDD01896AB}" sibTransId="{8EAFBE42-4130-4192-85A1-7279B80CF005}"/>
    <dgm:cxn modelId="{EC1CBC6F-C951-43DE-BF69-230A2F4800B6}" type="presOf" srcId="{9F8F3651-59E9-4269-AFE0-09022F2641E5}" destId="{B13BCD90-4678-4EBA-865E-438DC96EF2AB}" srcOrd="0" destOrd="0" presId="urn:microsoft.com/office/officeart/2018/5/layout/CenteredIconLabelDescriptionList"/>
    <dgm:cxn modelId="{6020AF56-DDAE-4B20-85A0-D1B9649214BC}" type="presOf" srcId="{29C6B8EC-1BEC-41BC-8E41-B7B6D0F68DE0}" destId="{47BB8071-44DA-46A4-AA9E-6FD7C4B231BA}" srcOrd="0" destOrd="0" presId="urn:microsoft.com/office/officeart/2018/5/layout/CenteredIconLabelDescriptionList"/>
    <dgm:cxn modelId="{FD15D17C-FC1D-4C32-A227-18C1EC898A64}" type="presOf" srcId="{8BD8BDB5-461B-4B57-85EE-74F76467EC92}" destId="{8AC032CC-0475-4FEA-9D21-A4442CA5E9BC}" srcOrd="0" destOrd="0" presId="urn:microsoft.com/office/officeart/2018/5/layout/CenteredIconLabelDescriptionList"/>
    <dgm:cxn modelId="{E8035987-9247-4D13-B047-F386FAD64CB7}" type="presOf" srcId="{752E0E8F-0AB2-46F7-8FBC-35E315641B66}" destId="{F28676FF-2711-49D3-ADA1-9CDD135E1ED1}" srcOrd="0" destOrd="0" presId="urn:microsoft.com/office/officeart/2018/5/layout/CenteredIconLabelDescriptionList"/>
    <dgm:cxn modelId="{E9A56B89-FEB4-429C-BC5F-68B10FEA165C}" type="presOf" srcId="{225B702D-0461-481B-8A21-EF156FA3F4D3}" destId="{AA980E9A-FE33-4A78-A5B7-689120A83397}" srcOrd="0" destOrd="0" presId="urn:microsoft.com/office/officeart/2018/5/layout/CenteredIconLabelDescriptionList"/>
    <dgm:cxn modelId="{6293EDA8-3E53-4C4B-8B7E-2DC52FFBC92D}" srcId="{225B702D-0461-481B-8A21-EF156FA3F4D3}" destId="{CE5A8C00-F261-4A8B-8E67-F0D81A2439F1}" srcOrd="0" destOrd="0" parTransId="{5261D149-580C-4E49-8CBC-B068B8048B86}" sibTransId="{B9A041A4-B5E8-4C47-9766-493BE5CBC5A6}"/>
    <dgm:cxn modelId="{C9284DAD-0ACB-4F22-8060-FEB29D6FF90B}" srcId="{8BD8BDB5-461B-4B57-85EE-74F76467EC92}" destId="{F7D05F1C-0AF0-45F9-8367-4664BD75FE94}" srcOrd="1" destOrd="0" parTransId="{2F89FA8E-5843-4403-B219-A6DC823C1626}" sibTransId="{8B7FB8AD-95A4-468E-9602-DA0BA2A5D5D6}"/>
    <dgm:cxn modelId="{1B3449B4-2244-43B7-A533-74DE8C37F88E}" type="presOf" srcId="{4E1C5CFB-05FB-47E2-94C5-885EF49E2772}" destId="{A0E51B95-A5C1-4F87-A480-660CAFBC6880}" srcOrd="0" destOrd="0" presId="urn:microsoft.com/office/officeart/2018/5/layout/CenteredIconLabelDescriptionList"/>
    <dgm:cxn modelId="{7C5361E2-15BD-4B98-8845-5A696C7C071B}" type="presOf" srcId="{CE5A8C00-F261-4A8B-8E67-F0D81A2439F1}" destId="{5FE12465-6107-4411-87A9-4EBB3F01AD4A}" srcOrd="0" destOrd="0" presId="urn:microsoft.com/office/officeart/2018/5/layout/CenteredIconLabelDescriptionList"/>
    <dgm:cxn modelId="{EEE231DD-1C87-4B10-88E9-B7C4AEE827AE}" type="presParOf" srcId="{F28676FF-2711-49D3-ADA1-9CDD135E1ED1}" destId="{AF9C9CEB-9E1E-4285-B587-82FB02F3E936}" srcOrd="0" destOrd="0" presId="urn:microsoft.com/office/officeart/2018/5/layout/CenteredIconLabelDescriptionList"/>
    <dgm:cxn modelId="{FC6BE750-E7F5-4466-AC7B-913C6D907B07}" type="presParOf" srcId="{AF9C9CEB-9E1E-4285-B587-82FB02F3E936}" destId="{C17225F5-0448-4158-B3C5-BE5385D9D5C9}" srcOrd="0" destOrd="0" presId="urn:microsoft.com/office/officeart/2018/5/layout/CenteredIconLabelDescriptionList"/>
    <dgm:cxn modelId="{CA83659C-60AB-4570-8CC5-97B54372EEE8}" type="presParOf" srcId="{AF9C9CEB-9E1E-4285-B587-82FB02F3E936}" destId="{9FE1B098-1101-4032-9BFF-36ACB2F0A2C7}" srcOrd="1" destOrd="0" presId="urn:microsoft.com/office/officeart/2018/5/layout/CenteredIconLabelDescriptionList"/>
    <dgm:cxn modelId="{5F19E104-4E00-4835-A8DB-A70464CC2DAB}" type="presParOf" srcId="{AF9C9CEB-9E1E-4285-B587-82FB02F3E936}" destId="{A0E51B95-A5C1-4F87-A480-660CAFBC6880}" srcOrd="2" destOrd="0" presId="urn:microsoft.com/office/officeart/2018/5/layout/CenteredIconLabelDescriptionList"/>
    <dgm:cxn modelId="{8D986491-D635-4FF5-83B7-8FC6376DC790}" type="presParOf" srcId="{AF9C9CEB-9E1E-4285-B587-82FB02F3E936}" destId="{F7DC7FF2-76FA-4ACE-B539-EE1EB17541AF}" srcOrd="3" destOrd="0" presId="urn:microsoft.com/office/officeart/2018/5/layout/CenteredIconLabelDescriptionList"/>
    <dgm:cxn modelId="{466CE97A-A234-498C-AB76-6DA518E259AA}" type="presParOf" srcId="{AF9C9CEB-9E1E-4285-B587-82FB02F3E936}" destId="{47BB8071-44DA-46A4-AA9E-6FD7C4B231BA}" srcOrd="4" destOrd="0" presId="urn:microsoft.com/office/officeart/2018/5/layout/CenteredIconLabelDescriptionList"/>
    <dgm:cxn modelId="{379AD848-CFC2-4B6A-A8ED-D8AC0E43D209}" type="presParOf" srcId="{F28676FF-2711-49D3-ADA1-9CDD135E1ED1}" destId="{AAB2CB4A-1873-4CC0-8EF8-CBD9DE6EB4BF}" srcOrd="1" destOrd="0" presId="urn:microsoft.com/office/officeart/2018/5/layout/CenteredIconLabelDescriptionList"/>
    <dgm:cxn modelId="{367FDBD9-BFC1-478C-B8C1-87CF1754C9E4}" type="presParOf" srcId="{F28676FF-2711-49D3-ADA1-9CDD135E1ED1}" destId="{583C0E49-3A53-4B18-84B6-A61C2FE43F15}" srcOrd="2" destOrd="0" presId="urn:microsoft.com/office/officeart/2018/5/layout/CenteredIconLabelDescriptionList"/>
    <dgm:cxn modelId="{8E022BFB-1FD7-4D07-89AF-D6CC81E507CB}" type="presParOf" srcId="{583C0E49-3A53-4B18-84B6-A61C2FE43F15}" destId="{E2838515-3417-4EEB-B2E4-B090C7B3E23D}" srcOrd="0" destOrd="0" presId="urn:microsoft.com/office/officeart/2018/5/layout/CenteredIconLabelDescriptionList"/>
    <dgm:cxn modelId="{272A9569-BB56-4EA3-886B-0F9EF5F7C33A}" type="presParOf" srcId="{583C0E49-3A53-4B18-84B6-A61C2FE43F15}" destId="{A66B2CC8-937A-44E3-97E4-A8548689FA2D}" srcOrd="1" destOrd="0" presId="urn:microsoft.com/office/officeart/2018/5/layout/CenteredIconLabelDescriptionList"/>
    <dgm:cxn modelId="{5FAACC07-1C09-49BF-91CB-43F5152AF350}" type="presParOf" srcId="{583C0E49-3A53-4B18-84B6-A61C2FE43F15}" destId="{8AC032CC-0475-4FEA-9D21-A4442CA5E9BC}" srcOrd="2" destOrd="0" presId="urn:microsoft.com/office/officeart/2018/5/layout/CenteredIconLabelDescriptionList"/>
    <dgm:cxn modelId="{7B8DB6F4-4E0B-43AA-AFB3-B4E963CA488D}" type="presParOf" srcId="{583C0E49-3A53-4B18-84B6-A61C2FE43F15}" destId="{C978531F-219F-4B64-AACB-08F8559A99CC}" srcOrd="3" destOrd="0" presId="urn:microsoft.com/office/officeart/2018/5/layout/CenteredIconLabelDescriptionList"/>
    <dgm:cxn modelId="{52C5E3E3-26F4-48DB-805D-AF2BE9930A3E}" type="presParOf" srcId="{583C0E49-3A53-4B18-84B6-A61C2FE43F15}" destId="{B13BCD90-4678-4EBA-865E-438DC96EF2AB}" srcOrd="4" destOrd="0" presId="urn:microsoft.com/office/officeart/2018/5/layout/CenteredIconLabelDescriptionList"/>
    <dgm:cxn modelId="{545DA824-ADCC-4322-B2B2-6D2081C04CF5}" type="presParOf" srcId="{F28676FF-2711-49D3-ADA1-9CDD135E1ED1}" destId="{BA45A3B1-8F58-42D6-BD67-3E6AC6268543}" srcOrd="3" destOrd="0" presId="urn:microsoft.com/office/officeart/2018/5/layout/CenteredIconLabelDescriptionList"/>
    <dgm:cxn modelId="{8C94A470-7508-4F5B-804A-82B9810D47CA}" type="presParOf" srcId="{F28676FF-2711-49D3-ADA1-9CDD135E1ED1}" destId="{CE62A58F-7531-4EAE-B9BD-9B91A6D1EF96}" srcOrd="4" destOrd="0" presId="urn:microsoft.com/office/officeart/2018/5/layout/CenteredIconLabelDescriptionList"/>
    <dgm:cxn modelId="{C1227965-8B9D-44F7-8AE8-071B0A6A9F21}" type="presParOf" srcId="{CE62A58F-7531-4EAE-B9BD-9B91A6D1EF96}" destId="{93F2219F-7259-4575-BBF0-68B421623D7F}" srcOrd="0" destOrd="0" presId="urn:microsoft.com/office/officeart/2018/5/layout/CenteredIconLabelDescriptionList"/>
    <dgm:cxn modelId="{08E41561-FEB3-446B-BAD9-F4ABFF001436}" type="presParOf" srcId="{CE62A58F-7531-4EAE-B9BD-9B91A6D1EF96}" destId="{40FD589A-1C92-44F1-A6AB-234E4EBA6CCD}" srcOrd="1" destOrd="0" presId="urn:microsoft.com/office/officeart/2018/5/layout/CenteredIconLabelDescriptionList"/>
    <dgm:cxn modelId="{87EAC365-7B67-4E49-9A7F-DA6BB44F4871}" type="presParOf" srcId="{CE62A58F-7531-4EAE-B9BD-9B91A6D1EF96}" destId="{AA980E9A-FE33-4A78-A5B7-689120A83397}" srcOrd="2" destOrd="0" presId="urn:microsoft.com/office/officeart/2018/5/layout/CenteredIconLabelDescriptionList"/>
    <dgm:cxn modelId="{168A5FA1-C10C-4CE6-8C7F-B543B094AD1C}" type="presParOf" srcId="{CE62A58F-7531-4EAE-B9BD-9B91A6D1EF96}" destId="{E75E2FD0-A5B9-4E0A-B8FE-80A0E8BF13A8}" srcOrd="3" destOrd="0" presId="urn:microsoft.com/office/officeart/2018/5/layout/CenteredIconLabelDescriptionList"/>
    <dgm:cxn modelId="{17A2DC57-1A17-4142-B5DB-A0BF36172A2A}" type="presParOf" srcId="{CE62A58F-7531-4EAE-B9BD-9B91A6D1EF96}" destId="{5FE12465-6107-4411-87A9-4EBB3F01AD4A}" srcOrd="4" destOrd="0" presId="urn:microsoft.com/office/officeart/2018/5/layout/CenteredIconLabelDescriptionList"/>
  </dgm:cxnLst>
  <dgm:bg/>
  <dgm:whole/>
  <dgm:extLst>
    <a:ext uri="http://schemas.microsoft.com/office/drawing/2008/diagram">
      <dsp:dataModelExt xmlns:dsp="http://schemas.microsoft.com/office/drawing/2008/diagram" relId="rId6" minVer="http://schemas.openxmlformats.org/drawingml/2006/diagram"/>
    </a:ext>
  </dgm:extLst>
</dgm:dataModel>
</file>

<file path=ppt/diagrams/drawing1.xml><?xml version="1.0" encoding="utf-8"?>
<dsp:drawing xmlns:dgm="http://schemas.openxmlformats.org/drawingml/2006/diagram" xmlns:dsp="http://schemas.microsoft.com/office/drawing/2008/diagram" xmlns:a="http://schemas.openxmlformats.org/drawingml/2006/main">
  <dsp:spTree>
    <dsp:nvGrpSpPr>
      <dsp:cNvPr id="0" name=""/>
      <dsp:cNvGrpSpPr/>
    </dsp:nvGrpSpPr>
    <dsp:grpSpPr/>
    <dsp:sp modelId="{2942ED41-48CB-4A43-80F4-94667A67B4D5}">
      <dsp:nvSpPr>
        <dsp:cNvPr id="0" name=""/>
        <dsp:cNvSpPr/>
      </dsp:nvSpPr>
      <dsp:spPr>
        <a:xfrm>
          <a:off x="0" y="24085"/>
          <a:ext cx="7886700" cy="1099800"/>
        </a:xfrm>
        <a:prstGeom prst="roundRect">
          <a:avLst/>
        </a:prstGeom>
        <a:solidFill>
          <a:schemeClr val="accent1">
            <a:hueOff val="0"/>
            <a:satOff val="0"/>
            <a:lumOff val="0"/>
            <a:alphaOff val="0"/>
          </a:schemeClr>
        </a:solidFill>
        <a:ln w="1270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76200" tIns="76200" rIns="76200" bIns="76200" numCol="1" spcCol="1270" anchor="ctr" anchorCtr="0">
          <a:noAutofit/>
        </a:bodyPr>
        <a:lstStyle/>
        <a:p>
          <a:pPr marL="0" lvl="0" indent="0" algn="l" defTabSz="8890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de-DE" sz="2000" kern="1200" dirty="0"/>
            <a:t>Einrichten einer Datenbank, um alle relevanten Informationen wie Routen, Sensordaten und Einstellungen effizient zu speichern und abzurufen.</a:t>
          </a:r>
          <a:endParaRPr lang="en-US" sz="2000" kern="1200" dirty="0"/>
        </a:p>
      </dsp:txBody>
      <dsp:txXfrm>
        <a:off x="53688" y="77773"/>
        <a:ext cx="7779324" cy="992424"/>
      </dsp:txXfrm>
    </dsp:sp>
    <dsp:sp modelId="{6E88EC39-FC2F-40DF-B771-7A4851DDF840}">
      <dsp:nvSpPr>
        <dsp:cNvPr id="0" name=""/>
        <dsp:cNvSpPr/>
      </dsp:nvSpPr>
      <dsp:spPr>
        <a:xfrm>
          <a:off x="0" y="1181485"/>
          <a:ext cx="7886700" cy="1099800"/>
        </a:xfrm>
        <a:prstGeom prst="roundRect">
          <a:avLst/>
        </a:prstGeom>
        <a:solidFill>
          <a:schemeClr val="accent1">
            <a:hueOff val="0"/>
            <a:satOff val="0"/>
            <a:lumOff val="0"/>
            <a:alphaOff val="0"/>
          </a:schemeClr>
        </a:solidFill>
        <a:ln w="1270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76200" tIns="76200" rIns="76200" bIns="76200" numCol="1" spcCol="1270" anchor="ctr" anchorCtr="0">
          <a:noAutofit/>
        </a:bodyPr>
        <a:lstStyle/>
        <a:p>
          <a:pPr marL="0" lvl="0" indent="0" algn="l" defTabSz="8890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de-DE" sz="2000" kern="1200" dirty="0"/>
            <a:t>Das erneute abrufen von gefahrenen Routen zu einem späteren Zeitpunkt.</a:t>
          </a:r>
          <a:endParaRPr lang="en-US" sz="2000" kern="1200" dirty="0"/>
        </a:p>
      </dsp:txBody>
      <dsp:txXfrm>
        <a:off x="53688" y="1235173"/>
        <a:ext cx="7779324" cy="992424"/>
      </dsp:txXfrm>
    </dsp:sp>
    <dsp:sp modelId="{3792B7E3-13C6-414F-AA5D-0821C28100F1}">
      <dsp:nvSpPr>
        <dsp:cNvPr id="0" name=""/>
        <dsp:cNvSpPr/>
      </dsp:nvSpPr>
      <dsp:spPr>
        <a:xfrm>
          <a:off x="0" y="2338885"/>
          <a:ext cx="7886700" cy="1099800"/>
        </a:xfrm>
        <a:prstGeom prst="roundRect">
          <a:avLst/>
        </a:prstGeom>
        <a:solidFill>
          <a:schemeClr val="accent1">
            <a:hueOff val="0"/>
            <a:satOff val="0"/>
            <a:lumOff val="0"/>
            <a:alphaOff val="0"/>
          </a:schemeClr>
        </a:solidFill>
        <a:ln w="1270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76200" tIns="76200" rIns="76200" bIns="76200" numCol="1" spcCol="1270" anchor="ctr" anchorCtr="0">
          <a:noAutofit/>
        </a:bodyPr>
        <a:lstStyle/>
        <a:p>
          <a:pPr marL="0" lvl="0" indent="0" algn="l" defTabSz="8890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2000" kern="1200" dirty="0" err="1"/>
            <a:t>Sensordaten</a:t>
          </a:r>
          <a:r>
            <a:rPr lang="en-US" sz="2000" kern="1200" dirty="0"/>
            <a:t> </a:t>
          </a:r>
          <a:r>
            <a:rPr lang="en-US" sz="2000" kern="1200" dirty="0" err="1"/>
            <a:t>auslesen</a:t>
          </a:r>
          <a:r>
            <a:rPr lang="en-US" sz="2000" kern="1200" dirty="0"/>
            <a:t> und </a:t>
          </a:r>
          <a:r>
            <a:rPr lang="en-US" sz="2000" kern="1200" dirty="0" err="1"/>
            <a:t>über</a:t>
          </a:r>
          <a:r>
            <a:rPr lang="en-US" sz="2000" kern="1200" dirty="0"/>
            <a:t> API </a:t>
          </a:r>
          <a:r>
            <a:rPr lang="en-US" sz="2000" kern="1200" dirty="0" err="1"/>
            <a:t>übergeben</a:t>
          </a:r>
          <a:endParaRPr lang="en-US" sz="2000" kern="1200" dirty="0"/>
        </a:p>
      </dsp:txBody>
      <dsp:txXfrm>
        <a:off x="53688" y="2392573"/>
        <a:ext cx="7779324" cy="992424"/>
      </dsp:txXfrm>
    </dsp:sp>
    <dsp:sp modelId="{F26C3B39-169B-4D11-A923-DC4345FA84DC}">
      <dsp:nvSpPr>
        <dsp:cNvPr id="0" name=""/>
        <dsp:cNvSpPr/>
      </dsp:nvSpPr>
      <dsp:spPr>
        <a:xfrm>
          <a:off x="0" y="3496285"/>
          <a:ext cx="7886700" cy="1099800"/>
        </a:xfrm>
        <a:prstGeom prst="roundRect">
          <a:avLst/>
        </a:prstGeom>
        <a:solidFill>
          <a:schemeClr val="accent1">
            <a:hueOff val="0"/>
            <a:satOff val="0"/>
            <a:lumOff val="0"/>
            <a:alphaOff val="0"/>
          </a:schemeClr>
        </a:solidFill>
        <a:ln w="1270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76200" tIns="76200" rIns="76200" bIns="76200" numCol="1" spcCol="1270" anchor="ctr" anchorCtr="0">
          <a:noAutofit/>
        </a:bodyPr>
        <a:lstStyle/>
        <a:p>
          <a:pPr marL="0" lvl="0" indent="0" algn="l" defTabSz="8890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2000" kern="1200" dirty="0" err="1"/>
            <a:t>Vorbereitungen</a:t>
          </a:r>
          <a:r>
            <a:rPr lang="en-US" sz="2000" kern="1200" dirty="0"/>
            <a:t> von </a:t>
          </a:r>
          <a:r>
            <a:rPr lang="en-US" sz="2000" kern="1200" dirty="0" err="1"/>
            <a:t>Kartografie</a:t>
          </a:r>
          <a:r>
            <a:rPr lang="en-US" sz="2000" kern="1200" dirty="0"/>
            <a:t> für Sprint 4</a:t>
          </a:r>
        </a:p>
      </dsp:txBody>
      <dsp:txXfrm>
        <a:off x="53688" y="3549973"/>
        <a:ext cx="7779324" cy="992424"/>
      </dsp:txXfrm>
    </dsp:sp>
  </dsp:spTree>
</dsp:drawing>
</file>

<file path=ppt/diagrams/drawing2.xml><?xml version="1.0" encoding="utf-8"?>
<dsp:drawing xmlns:dgm="http://schemas.openxmlformats.org/drawingml/2006/diagram" xmlns:dsp="http://schemas.microsoft.com/office/drawing/2008/diagram" xmlns:a="http://schemas.openxmlformats.org/drawingml/2006/main">
  <dsp:spTree>
    <dsp:nvGrpSpPr>
      <dsp:cNvPr id="0" name=""/>
      <dsp:cNvGrpSpPr/>
    </dsp:nvGrpSpPr>
    <dsp:grpSpPr/>
    <dsp:sp modelId="{C17225F5-0448-4158-B3C5-BE5385D9D5C9}">
      <dsp:nvSpPr>
        <dsp:cNvPr id="0" name=""/>
        <dsp:cNvSpPr/>
      </dsp:nvSpPr>
      <dsp:spPr>
        <a:xfrm>
          <a:off x="943872" y="1099564"/>
          <a:ext cx="670359" cy="670359"/>
        </a:xfrm>
        <a:prstGeom prst="rect">
          <a:avLst/>
        </a:prstGeom>
        <a:blipFill>
          <a:blip xmlns:r="http://schemas.openxmlformats.org/officeDocument/2006/relationships" r:embed="rId1">
            <a:extLst>
              <a:ext uri="{96DAC541-7B7A-43D3-8B79-37D633B846F1}">
                <asvg:svgBlip xmlns:asvg="http://schemas.microsoft.com/office/drawing/2016/SVG/main" r:embed="rId2"/>
              </a:ext>
            </a:extLst>
          </a:blip>
          <a:srcRect/>
          <a:stretch>
            <a:fillRect/>
          </a:stretch>
        </a:blipFill>
        <a:ln w="12700" cap="flat" cmpd="sng" algn="ctr">
          <a:noFill/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</dsp:sp>
    <dsp:sp modelId="{A0E51B95-A5C1-4F87-A480-660CAFBC6880}">
      <dsp:nvSpPr>
        <dsp:cNvPr id="0" name=""/>
        <dsp:cNvSpPr/>
      </dsp:nvSpPr>
      <dsp:spPr>
        <a:xfrm>
          <a:off x="321393" y="1728559"/>
          <a:ext cx="1915312" cy="287296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0" tIns="0" rIns="0" bIns="0" numCol="1" spcCol="1270" anchor="t" anchorCtr="0">
          <a:noAutofit/>
        </a:bodyPr>
        <a:lstStyle/>
        <a:p>
          <a:pPr marL="0" lvl="0" indent="0" algn="ctr" defTabSz="800100">
            <a:lnSpc>
              <a:spcPct val="100000"/>
            </a:lnSpc>
            <a:spcBef>
              <a:spcPct val="0"/>
            </a:spcBef>
            <a:spcAft>
              <a:spcPct val="35000"/>
            </a:spcAft>
            <a:buNone/>
            <a:defRPr b="1"/>
          </a:pPr>
          <a:r>
            <a:rPr lang="de-DE" sz="1800" kern="1200">
              <a:latin typeface="+mn-lt"/>
            </a:rPr>
            <a:t>Jonas:</a:t>
          </a:r>
          <a:endParaRPr lang="en-US" sz="1800" kern="1200">
            <a:latin typeface="+mn-lt"/>
          </a:endParaRPr>
        </a:p>
      </dsp:txBody>
      <dsp:txXfrm>
        <a:off x="321393" y="1728559"/>
        <a:ext cx="1915312" cy="287296"/>
      </dsp:txXfrm>
    </dsp:sp>
    <dsp:sp modelId="{47BB8071-44DA-46A4-AA9E-6FD7C4B231BA}">
      <dsp:nvSpPr>
        <dsp:cNvPr id="0" name=""/>
        <dsp:cNvSpPr/>
      </dsp:nvSpPr>
      <dsp:spPr>
        <a:xfrm>
          <a:off x="143078" y="1995719"/>
          <a:ext cx="2561270" cy="1713114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0" tIns="0" rIns="0" bIns="0" numCol="1" spcCol="1270" anchor="t" anchorCtr="0">
          <a:noAutofit/>
        </a:bodyPr>
        <a:lstStyle/>
        <a:p>
          <a:pPr marL="0" lvl="0" indent="0" algn="ctr" defTabSz="800100">
            <a:lnSpc>
              <a:spcPct val="10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de-DE" sz="1800" kern="1200" dirty="0">
              <a:latin typeface="+mn-lt"/>
            </a:rPr>
            <a:t>Kartografie</a:t>
          </a:r>
        </a:p>
        <a:p>
          <a:pPr marL="0" lvl="0" indent="0" algn="ctr" defTabSz="800100">
            <a:lnSpc>
              <a:spcPct val="10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de-DE" sz="1800" kern="1200" dirty="0">
              <a:latin typeface="+mn-lt"/>
            </a:rPr>
            <a:t>Projektdokumentation</a:t>
          </a:r>
        </a:p>
        <a:p>
          <a:pPr marL="0" lvl="0" indent="0" algn="ctr" defTabSz="800100">
            <a:lnSpc>
              <a:spcPct val="10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de-DE" sz="1800" kern="1200" dirty="0">
              <a:latin typeface="+mn-lt"/>
            </a:rPr>
            <a:t>Testen</a:t>
          </a:r>
        </a:p>
        <a:p>
          <a:pPr marL="0" lvl="0" indent="0" algn="ctr" defTabSz="800100">
            <a:lnSpc>
              <a:spcPct val="10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de-DE" sz="1800" kern="1200" dirty="0">
              <a:latin typeface="+mn-lt"/>
            </a:rPr>
            <a:t>Sprint Review</a:t>
          </a:r>
        </a:p>
      </dsp:txBody>
      <dsp:txXfrm>
        <a:off x="143078" y="1995719"/>
        <a:ext cx="2561270" cy="1713114"/>
      </dsp:txXfrm>
    </dsp:sp>
    <dsp:sp modelId="{E2838515-3417-4EEB-B2E4-B090C7B3E23D}">
      <dsp:nvSpPr>
        <dsp:cNvPr id="0" name=""/>
        <dsp:cNvSpPr/>
      </dsp:nvSpPr>
      <dsp:spPr>
        <a:xfrm>
          <a:off x="3912520" y="1034245"/>
          <a:ext cx="670359" cy="670359"/>
        </a:xfrm>
        <a:prstGeom prst="rect">
          <a:avLst/>
        </a:prstGeom>
        <a:blipFill>
          <a:blip xmlns:r="http://schemas.openxmlformats.org/officeDocument/2006/relationships" r:embed="rId3">
            <a:extLst>
              <a:ext uri="{96DAC541-7B7A-43D3-8B79-37D633B846F1}">
                <asvg:svgBlip xmlns:asvg="http://schemas.microsoft.com/office/drawing/2016/SVG/main" r:embed="rId4"/>
              </a:ext>
            </a:extLst>
          </a:blip>
          <a:srcRect/>
          <a:stretch>
            <a:fillRect/>
          </a:stretch>
        </a:blipFill>
        <a:ln w="12700" cap="flat" cmpd="sng" algn="ctr">
          <a:noFill/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</dsp:sp>
    <dsp:sp modelId="{8AC032CC-0475-4FEA-9D21-A4442CA5E9BC}">
      <dsp:nvSpPr>
        <dsp:cNvPr id="0" name=""/>
        <dsp:cNvSpPr/>
      </dsp:nvSpPr>
      <dsp:spPr>
        <a:xfrm>
          <a:off x="3310162" y="1728280"/>
          <a:ext cx="1915312" cy="287296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0" tIns="0" rIns="0" bIns="0" numCol="1" spcCol="1270" anchor="t" anchorCtr="0">
          <a:noAutofit/>
        </a:bodyPr>
        <a:lstStyle/>
        <a:p>
          <a:pPr marL="0" lvl="0" indent="0" algn="ctr" defTabSz="800100">
            <a:lnSpc>
              <a:spcPct val="100000"/>
            </a:lnSpc>
            <a:spcBef>
              <a:spcPct val="0"/>
            </a:spcBef>
            <a:spcAft>
              <a:spcPct val="35000"/>
            </a:spcAft>
            <a:buNone/>
            <a:defRPr b="1"/>
          </a:pPr>
          <a:r>
            <a:rPr lang="de-DE" sz="1800" kern="1200">
              <a:latin typeface="+mn-lt"/>
            </a:rPr>
            <a:t>Florian:</a:t>
          </a:r>
          <a:endParaRPr lang="en-US" sz="1800" kern="1200">
            <a:latin typeface="+mn-lt"/>
          </a:endParaRPr>
        </a:p>
      </dsp:txBody>
      <dsp:txXfrm>
        <a:off x="3310162" y="1728280"/>
        <a:ext cx="1915312" cy="287296"/>
      </dsp:txXfrm>
    </dsp:sp>
    <dsp:sp modelId="{B13BCD90-4678-4EBA-865E-438DC96EF2AB}">
      <dsp:nvSpPr>
        <dsp:cNvPr id="0" name=""/>
        <dsp:cNvSpPr/>
      </dsp:nvSpPr>
      <dsp:spPr>
        <a:xfrm>
          <a:off x="2903598" y="2125696"/>
          <a:ext cx="2761037" cy="1626315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0" tIns="0" rIns="0" bIns="0" numCol="1" spcCol="1270" anchor="t" anchorCtr="0">
          <a:noAutofit/>
        </a:bodyPr>
        <a:lstStyle/>
        <a:p>
          <a:pPr marL="0" lvl="0" indent="0" algn="ctr" defTabSz="800100">
            <a:lnSpc>
              <a:spcPct val="10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1800" kern="1200" dirty="0">
              <a:latin typeface="+mn-lt"/>
            </a:rPr>
            <a:t>Bug Fixing</a:t>
          </a:r>
        </a:p>
        <a:p>
          <a:pPr marL="0" lvl="0" indent="0" algn="ctr" defTabSz="800100">
            <a:lnSpc>
              <a:spcPct val="10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de-DE" sz="1800" kern="1200" dirty="0">
              <a:latin typeface="+mn-lt"/>
            </a:rPr>
            <a:t>Kartografie</a:t>
          </a:r>
          <a:endParaRPr lang="en-US" sz="1800" kern="1200" dirty="0">
            <a:latin typeface="+mn-lt"/>
          </a:endParaRPr>
        </a:p>
        <a:p>
          <a:pPr marL="0" lvl="0" indent="0" algn="ctr" defTabSz="800100">
            <a:lnSpc>
              <a:spcPct val="10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de-DE" sz="1800" kern="1200" dirty="0">
              <a:latin typeface="+mn-lt"/>
            </a:rPr>
            <a:t>Testen</a:t>
          </a:r>
        </a:p>
      </dsp:txBody>
      <dsp:txXfrm>
        <a:off x="2903598" y="2125696"/>
        <a:ext cx="2761037" cy="1626315"/>
      </dsp:txXfrm>
    </dsp:sp>
    <dsp:sp modelId="{93F2219F-7259-4575-BBF0-68B421623D7F}">
      <dsp:nvSpPr>
        <dsp:cNvPr id="0" name=""/>
        <dsp:cNvSpPr/>
      </dsp:nvSpPr>
      <dsp:spPr>
        <a:xfrm>
          <a:off x="6710515" y="1115221"/>
          <a:ext cx="670359" cy="670359"/>
        </a:xfrm>
        <a:prstGeom prst="rect">
          <a:avLst/>
        </a:prstGeom>
        <a:blipFill>
          <a:blip xmlns:r="http://schemas.openxmlformats.org/officeDocument/2006/relationships" r:embed="rId5">
            <a:extLst>
              <a:ext uri="{96DAC541-7B7A-43D3-8B79-37D633B846F1}">
                <asvg:svgBlip xmlns:asvg="http://schemas.microsoft.com/office/drawing/2016/SVG/main" r:embed="rId6"/>
              </a:ext>
            </a:extLst>
          </a:blip>
          <a:srcRect/>
          <a:stretch>
            <a:fillRect/>
          </a:stretch>
        </a:blipFill>
        <a:ln w="1270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</dsp:sp>
    <dsp:sp modelId="{AA980E9A-FE33-4A78-A5B7-689120A83397}">
      <dsp:nvSpPr>
        <dsp:cNvPr id="0" name=""/>
        <dsp:cNvSpPr/>
      </dsp:nvSpPr>
      <dsp:spPr>
        <a:xfrm>
          <a:off x="6101395" y="1793384"/>
          <a:ext cx="1915312" cy="287296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0" tIns="0" rIns="0" bIns="0" numCol="1" spcCol="1270" anchor="t" anchorCtr="0">
          <a:noAutofit/>
        </a:bodyPr>
        <a:lstStyle/>
        <a:p>
          <a:pPr marL="0" lvl="0" indent="0" algn="ctr" defTabSz="800100">
            <a:lnSpc>
              <a:spcPct val="100000"/>
            </a:lnSpc>
            <a:spcBef>
              <a:spcPct val="0"/>
            </a:spcBef>
            <a:spcAft>
              <a:spcPct val="35000"/>
            </a:spcAft>
            <a:buNone/>
            <a:defRPr b="1"/>
          </a:pPr>
          <a:r>
            <a:rPr lang="de-DE" sz="1800" kern="1200">
              <a:latin typeface="+mn-lt"/>
            </a:rPr>
            <a:t>Philip:</a:t>
          </a:r>
          <a:endParaRPr lang="en-US" sz="1800" kern="1200">
            <a:latin typeface="+mn-lt"/>
          </a:endParaRPr>
        </a:p>
      </dsp:txBody>
      <dsp:txXfrm>
        <a:off x="6101395" y="1793384"/>
        <a:ext cx="1915312" cy="287296"/>
      </dsp:txXfrm>
    </dsp:sp>
    <dsp:sp modelId="{5FE12465-6107-4411-87A9-4EBB3F01AD4A}">
      <dsp:nvSpPr>
        <dsp:cNvPr id="0" name=""/>
        <dsp:cNvSpPr/>
      </dsp:nvSpPr>
      <dsp:spPr>
        <a:xfrm>
          <a:off x="5995602" y="2198028"/>
          <a:ext cx="2241509" cy="1205314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0" tIns="0" rIns="0" bIns="0" numCol="1" spcCol="1270" anchor="t" anchorCtr="0">
          <a:noAutofit/>
        </a:bodyPr>
        <a:lstStyle/>
        <a:p>
          <a:pPr marL="0" lvl="0" indent="0" algn="ctr" defTabSz="800100">
            <a:lnSpc>
              <a:spcPct val="10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de-DE" sz="1800" kern="1200" dirty="0">
              <a:latin typeface="+mn-lt"/>
            </a:rPr>
            <a:t>Kartografie</a:t>
          </a:r>
        </a:p>
        <a:p>
          <a:pPr marL="0" lvl="0" indent="0" algn="ctr" defTabSz="800100">
            <a:lnSpc>
              <a:spcPct val="10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de-DE" sz="1800" kern="1200" dirty="0">
              <a:latin typeface="+mn-lt"/>
            </a:rPr>
            <a:t>Testen</a:t>
          </a:r>
        </a:p>
      </dsp:txBody>
      <dsp:txXfrm>
        <a:off x="5995602" y="2198028"/>
        <a:ext cx="2241509" cy="1205314"/>
      </dsp:txXfrm>
    </dsp:sp>
  </dsp:spTree>
</dsp:drawing>
</file>

<file path=ppt/diagrams/layout1.xml><?xml version="1.0" encoding="utf-8"?>
<dgm:layoutDef xmlns:dgm="http://schemas.openxmlformats.org/drawingml/2006/diagram" xmlns:a="http://schemas.openxmlformats.org/drawingml/2006/main" uniqueId="urn:microsoft.com/office/officeart/2005/8/layout/vList2">
  <dgm:title val=""/>
  <dgm:desc val=""/>
  <dgm:catLst>
    <dgm:cat type="list" pri="3000"/>
    <dgm:cat type="convert" pri="1000"/>
  </dgm:catLst>
  <dgm:sampData>
    <dgm:dataModel>
      <dgm:ptLst>
        <dgm:pt modelId="0" type="doc"/>
        <dgm:pt modelId="1">
          <dgm:prSet phldr="1"/>
        </dgm:pt>
        <dgm:pt modelId="11">
          <dgm:prSet phldr="1"/>
        </dgm:pt>
        <dgm:pt modelId="2">
          <dgm:prSet phldr="1"/>
        </dgm:pt>
        <dgm:pt modelId="21">
          <dgm:prSet phldr="1"/>
        </dgm:pt>
      </dgm:ptLst>
      <dgm:cxnLst>
        <dgm:cxn modelId="4" srcId="0" destId="1" srcOrd="0" destOrd="0"/>
        <dgm:cxn modelId="5" srcId="0" destId="2" srcOrd="1" destOrd="0"/>
        <dgm:cxn modelId="12" srcId="1" destId="11" srcOrd="0" destOrd="0"/>
        <dgm:cxn modelId="23" srcId="2" destId="21" srcOrd="0" destOrd="0"/>
      </dgm:cxnLst>
      <dgm:bg/>
      <dgm:whole/>
    </dgm:dataModel>
  </dgm:sampData>
  <dgm:styleData>
    <dgm:dataModel>
      <dgm:ptLst>
        <dgm:pt modelId="0" type="doc"/>
        <dgm:pt modelId="1"/>
        <dgm:pt modelId="2"/>
      </dgm:ptLst>
      <dgm:cxnLst>
        <dgm:cxn modelId="3" srcId="0" destId="1" srcOrd="0" destOrd="0"/>
        <dgm:cxn modelId="4" srcId="0" destId="2" srcOrd="1" destOrd="0"/>
      </dgm:cxnLst>
      <dgm:bg/>
      <dgm:whole/>
    </dgm:dataModel>
  </dgm:styleData>
  <dgm:clrData>
    <dgm:dataModel>
      <dgm:ptLst>
        <dgm:pt modelId="0" type="doc"/>
        <dgm:pt modelId="1"/>
        <dgm:pt modelId="2"/>
        <dgm:pt modelId="3"/>
        <dgm:pt modelId="4"/>
      </dgm:ptLst>
      <dgm:cxnLst>
        <dgm:cxn modelId="5" srcId="0" destId="1" srcOrd="0" destOrd="0"/>
        <dgm:cxn modelId="6" srcId="0" destId="2" srcOrd="1" destOrd="0"/>
        <dgm:cxn modelId="7" srcId="0" destId="3" srcOrd="2" destOrd="0"/>
        <dgm:cxn modelId="8" srcId="0" destId="4" srcOrd="3" destOrd="0"/>
      </dgm:cxnLst>
      <dgm:bg/>
      <dgm:whole/>
    </dgm:dataModel>
  </dgm:clrData>
  <dgm:layoutNode name="linear">
    <dgm:varLst>
      <dgm:animLvl val="lvl"/>
      <dgm:resizeHandles val="exact"/>
    </dgm:varLst>
    <dgm:alg type="lin">
      <dgm:param type="linDir" val="fromT"/>
      <dgm:param type="vertAlign" val="mid"/>
    </dgm:alg>
    <dgm:shape xmlns:r="http://schemas.openxmlformats.org/officeDocument/2006/relationships" r:blip="">
      <dgm:adjLst/>
    </dgm:shape>
    <dgm:presOf/>
    <dgm:constrLst>
      <dgm:constr type="w" for="ch" forName="parentText" refType="w"/>
      <dgm:constr type="h" for="ch" forName="parentText" refType="primFontSz" refFor="ch" refForName="parentText" fact="0.52"/>
      <dgm:constr type="w" for="ch" forName="childText" refType="w"/>
      <dgm:constr type="h" for="ch" forName="childText" refType="primFontSz" refFor="ch" refForName="parentText" fact="0.46"/>
      <dgm:constr type="h" for="ch" forName="parentText" op="equ"/>
      <dgm:constr type="primFontSz" for="ch" forName="parentText" op="equ" val="65"/>
      <dgm:constr type="primFontSz" for="ch" forName="childText" refType="primFontSz" refFor="ch" refForName="parentText" op="equ"/>
      <dgm:constr type="h" for="ch" forName="spacer" refType="primFontSz" refFor="ch" refForName="parentText" fact="0.08"/>
    </dgm:constrLst>
    <dgm:ruleLst>
      <dgm:rule type="primFontSz" for="ch" forName="parentText" val="5" fact="NaN" max="NaN"/>
    </dgm:ruleLst>
    <dgm:forEach name="Name0" axis="ch" ptType="node">
      <dgm:layoutNode name="parentText" styleLbl="node1">
        <dgm:varLst>
          <dgm:chMax val="0"/>
          <dgm:bulletEnabled val="1"/>
        </dgm:varLst>
        <dgm:alg type="tx">
          <dgm:param type="parTxLTRAlign" val="l"/>
          <dgm:param type="parTxRTLAlign" val="r"/>
        </dgm:alg>
        <dgm:shape xmlns:r="http://schemas.openxmlformats.org/officeDocument/2006/relationships" type="roundRect" r:blip="">
          <dgm:adjLst/>
        </dgm:shape>
        <dgm:presOf axis="self"/>
        <dgm:constrLst>
          <dgm:constr type="tMarg" refType="primFontSz" fact="0.3"/>
          <dgm:constr type="bMarg" refType="primFontSz" fact="0.3"/>
          <dgm:constr type="lMarg" refType="primFontSz" fact="0.3"/>
          <dgm:constr type="rMarg" refType="primFontSz" fact="0.3"/>
        </dgm:constrLst>
        <dgm:ruleLst>
          <dgm:rule type="h" val="INF" fact="NaN" max="NaN"/>
        </dgm:ruleLst>
      </dgm:layoutNode>
      <dgm:choose name="Name1">
        <dgm:if name="Name2" axis="ch" ptType="node" func="cnt" op="gte" val="1">
          <dgm:layoutNode name="childText" styleLbl="revTx">
            <dgm:varLst>
              <dgm:bulletEnabled val="1"/>
            </dgm:varLst>
            <dgm:alg type="tx">
              <dgm:param type="stBulletLvl" val="1"/>
              <dgm:param type="lnSpAfChP" val="20"/>
            </dgm:alg>
            <dgm:shape xmlns:r="http://schemas.openxmlformats.org/officeDocument/2006/relationships" type="rect" r:blip="">
              <dgm:adjLst/>
            </dgm:shape>
            <dgm:presOf axis="des" ptType="node"/>
            <dgm:constrLst>
              <dgm:constr type="tMarg" refType="primFontSz" fact="0.1"/>
              <dgm:constr type="bMarg" refType="primFontSz" fact="0.1"/>
              <dgm:constr type="lMarg" refType="w" fact="0.09"/>
            </dgm:constrLst>
            <dgm:ruleLst>
              <dgm:rule type="h" val="INF" fact="NaN" max="NaN"/>
            </dgm:ruleLst>
          </dgm:layoutNode>
        </dgm:if>
        <dgm:else name="Name3">
          <dgm:choose name="Name4">
            <dgm:if name="Name5" axis="par ch" ptType="doc node" func="cnt" op="gte" val="2">
              <dgm:forEach name="Name6" axis="followSib" ptType="sibTrans" cnt="1">
                <dgm:layoutNode name="spacer">
                  <dgm:alg type="sp"/>
                  <dgm:shape xmlns:r="http://schemas.openxmlformats.org/officeDocument/2006/relationships" r:blip="">
                    <dgm:adjLst/>
                  </dgm:shape>
                  <dgm:presOf/>
                  <dgm:constrLst/>
                  <dgm:ruleLst/>
                </dgm:layoutNode>
              </dgm:forEach>
            </dgm:if>
            <dgm:else name="Name7"/>
          </dgm:choose>
        </dgm:else>
      </dgm:choose>
    </dgm:forEach>
  </dgm:layoutNode>
</dgm:layoutDef>
</file>

<file path=ppt/diagrams/layout2.xml><?xml version="1.0" encoding="utf-8"?>
<dgm:layoutDef xmlns:dgm="http://schemas.openxmlformats.org/drawingml/2006/diagram" xmlns:a="http://schemas.openxmlformats.org/drawingml/2006/main" uniqueId="urn:microsoft.com/office/officeart/2018/5/layout/CenteredIconLabelDescriptionList">
  <dgm:title val="Centered Icon Label Description List"/>
  <dgm:desc val="Use to show non-sequential or grouped chunks of information. The placeholder holds an icon or small picture, and corresponding text boxes show Level 1 and Level 2 text respectively. Works well for minimal Level 1 text accompanied by lengthier Level two text."/>
  <dgm:catLst>
    <dgm:cat type="icon" pri="500"/>
  </dgm:catLst>
  <dgm:sampData useDef="1">
    <dgm:dataModel>
      <dgm:ptLst/>
      <dgm:bg/>
      <dgm:whole/>
    </dgm:dataModel>
  </dgm:sampData>
  <dgm:styleData useDef="1">
    <dgm:dataModel>
      <dgm:ptLst/>
      <dgm:bg/>
      <dgm:whole/>
    </dgm:dataModel>
  </dgm:styleData>
  <dgm:clrData useDef="1">
    <dgm:dataModel>
      <dgm:ptLst/>
      <dgm:bg/>
      <dgm:whole/>
    </dgm:dataModel>
  </dgm:clrData>
  <dgm:layoutNode name="root">
    <dgm:varLst>
      <dgm:dir/>
      <dgm:resizeHandles val="exact"/>
    </dgm:varLst>
    <dgm:choose name="Name0">
      <dgm:if name="Name1" axis="self" func="var" arg="dir" op="equ" val="norm">
        <dgm:alg type="lin"/>
      </dgm:if>
      <dgm:else name="Name2">
        <dgm:alg type="lin">
          <dgm:param type="linDir" val="fromR"/>
        </dgm:alg>
      </dgm:else>
    </dgm:choose>
    <dgm:shape xmlns:r="http://schemas.openxmlformats.org/officeDocument/2006/relationships" r:blip="">
      <dgm:adjLst/>
    </dgm:shape>
    <dgm:presOf/>
    <dgm:constrLst>
      <dgm:constr type="h" for="ch" forName="compNode" refType="h" fact="0.45"/>
      <dgm:constr type="w" for="ch" forName="compNode" val="120"/>
      <dgm:constr type="w" for="ch" forName="sibTrans" refType="w" refFor="ch" refForName="compNode" fact="0.175"/>
      <dgm:constr type="primFontSz" for="des" forName="parTx" val="36"/>
      <dgm:constr type="primFontSz" for="des" forName="desTx" refType="primFontSz" refFor="des" refForName="parTx" op="lte" fact="0.75"/>
      <dgm:constr type="h" for="des" forName="compNode" op="equ"/>
      <dgm:constr type="h" for="des" forName="iconRect" op="equ"/>
      <dgm:constr type="w" for="des" forName="iconRect" op="equ"/>
      <dgm:constr type="h" for="des" forName="iconSpace" op="equ"/>
      <dgm:constr type="h" for="des" forName="parTx" op="equ"/>
      <dgm:constr type="h" for="des" forName="txSpace" op="equ"/>
      <dgm:constr type="h" for="des" forName="desTx" op="equ"/>
    </dgm:constrLst>
    <dgm:ruleLst>
      <dgm:rule type="w" for="ch" forName="compNode" val="0" fact="NaN" max="NaN"/>
    </dgm:ruleLst>
    <dgm:forEach name="Name3" axis="ch" ptType="node">
      <dgm:layoutNode name="compNode">
        <dgm:alg type="composite"/>
        <dgm:shape xmlns:r="http://schemas.openxmlformats.org/officeDocument/2006/relationships" r:blip="">
          <dgm:adjLst/>
        </dgm:shape>
        <dgm:presOf axis="self"/>
        <dgm:constrLst>
          <dgm:constr type="w" for="ch" forName="iconRect" refType="w" fact="0.35"/>
          <dgm:constr type="h" for="ch" forName="iconRect" refType="w" refFor="ch" refForName="iconRect"/>
          <dgm:constr type="ctrX" for="ch" forName="iconRect" refType="w" fact="0.5"/>
          <dgm:constr type="t" for="ch" forName="iconRect"/>
          <dgm:constr type="w" for="ch" forName="iconSpace" refType="w"/>
          <dgm:constr type="h" for="ch" forName="iconSpace" refType="h" fact="0.043"/>
          <dgm:constr type="l" for="ch" forName="iconSpace"/>
          <dgm:constr type="t" for="ch" forName="iconSpace" refType="b" refFor="ch" refForName="iconRect"/>
          <dgm:constr type="w" for="ch" forName="parTx" refType="w"/>
          <dgm:constr type="h" for="ch" forName="parTx" refType="w" fact="0.15"/>
          <dgm:constr type="l" for="ch" forName="parTx"/>
          <dgm:constr type="t" for="ch" forName="parTx" refType="b" refFor="ch" refForName="iconSpace"/>
          <dgm:constr type="h" for="ch" forName="txSpace" refType="h" fact="0.02"/>
          <dgm:constr type="w" for="ch" forName="txSpace" refType="w"/>
          <dgm:constr type="l" for="ch" forName="txSpace"/>
          <dgm:constr type="t" for="ch" forName="txSpace" refType="b" refFor="ch" refForName="parTx"/>
          <dgm:constr type="w" for="ch" forName="desTx" refType="w"/>
          <dgm:constr type="l" for="ch" forName="desTx"/>
          <dgm:constr type="t" for="ch" forName="desTx" refType="b" refFor="ch" refForName="txSpace"/>
        </dgm:constrLst>
        <dgm:ruleLst>
          <dgm:rule type="h" val="INF" fact="NaN" max="NaN"/>
        </dgm:ruleLst>
        <dgm:layoutNode name="iconRect" styleLbl="node1">
          <dgm:alg type="sp"/>
          <dgm:shape xmlns:r="http://schemas.openxmlformats.org/officeDocument/2006/relationships" type="rect" r:blip="" blipPhldr="1">
            <dgm:adjLst/>
          </dgm:shape>
          <dgm:presOf/>
          <dgm:constrLst/>
          <dgm:ruleLst/>
        </dgm:layoutNode>
        <dgm:layoutNode name="iconSpace">
          <dgm:alg type="sp"/>
          <dgm:shape xmlns:r="http://schemas.openxmlformats.org/officeDocument/2006/relationships" r:blip="">
            <dgm:adjLst/>
          </dgm:shape>
          <dgm:presOf/>
          <dgm:constrLst/>
          <dgm:ruleLst/>
        </dgm:layoutNode>
        <dgm:layoutNode name="parTx" styleLbl="revTx">
          <dgm:varLst>
            <dgm:chMax val="0"/>
            <dgm:chPref val="0"/>
          </dgm:varLst>
          <dgm:alg type="tx">
            <dgm:param type="txAnchorVert" val="t"/>
          </dgm:alg>
          <dgm:shape xmlns:r="http://schemas.openxmlformats.org/officeDocument/2006/relationships" type="rect" r:blip="">
            <dgm:adjLst/>
          </dgm:shape>
          <dgm:presOf axis="self" ptType="node"/>
          <dgm:constrLst>
            <dgm:constr type="lMarg"/>
            <dgm:constr type="rMarg"/>
            <dgm:constr type="tMarg"/>
            <dgm:constr type="bMarg"/>
          </dgm:constrLst>
          <dgm:ruleLst>
            <dgm:rule type="primFontSz" val="14" fact="NaN" max="NaN"/>
            <dgm:rule type="h" val="INF" fact="NaN" max="NaN"/>
          </dgm:ruleLst>
        </dgm:layoutNode>
        <dgm:layoutNode name="txSpace">
          <dgm:alg type="sp"/>
          <dgm:shape xmlns:r="http://schemas.openxmlformats.org/officeDocument/2006/relationships" r:blip="">
            <dgm:adjLst/>
          </dgm:shape>
          <dgm:presOf/>
          <dgm:constrLst/>
          <dgm:ruleLst/>
        </dgm:layoutNode>
        <dgm:layoutNode name="desTx" styleLbl="revTx">
          <dgm:varLst/>
          <dgm:alg type="tx">
            <dgm:param type="stBulletLvl" val="0"/>
            <dgm:param type="txAnchorVert" val="t"/>
          </dgm:alg>
          <dgm:shape xmlns:r="http://schemas.openxmlformats.org/officeDocument/2006/relationships" type="rect" r:blip="">
            <dgm:adjLst/>
          </dgm:shape>
          <dgm:presOf axis="des" ptType="node"/>
          <dgm:constrLst>
            <dgm:constr type="secFontSz" refType="primFontSz"/>
            <dgm:constr type="lMarg"/>
            <dgm:constr type="rMarg"/>
            <dgm:constr type="tMarg"/>
            <dgm:constr type="bMarg"/>
          </dgm:constrLst>
          <dgm:ruleLst>
            <dgm:rule type="primFontSz" val="NaN" fact="NaN" max="17"/>
            <dgm:rule type="h" val="INF" fact="NaN" max="NaN"/>
          </dgm:ruleLst>
        </dgm:layoutNode>
      </dgm:layoutNode>
      <dgm:forEach name="Name4" axis="followSib" ptType="sibTrans" cnt="1">
        <dgm:layoutNode name="sibTrans">
          <dgm:alg type="sp"/>
          <dgm:shape xmlns:r="http://schemas.openxmlformats.org/officeDocument/2006/relationships" r:blip="">
            <dgm:adjLst/>
          </dgm:shape>
          <dgm:presOf axis="self"/>
          <dgm:constrLst/>
          <dgm:ruleLst/>
        </dgm:layoutNode>
      </dgm:forEach>
    </dgm:forEach>
  </dgm:layoutNode>
  <dgm:extLst>
    <a:ext uri="{68A01E43-0DF5-4B5B-8FA6-DAF915123BFB}">
      <dgm1612:lstStyle xmlns:dgm1612="http://schemas.microsoft.com/office/drawing/2016/12/diagram">
        <a:lvl1pPr>
          <a:lnSpc>
            <a:spcPct val="100000"/>
          </a:lnSpc>
          <a:defRPr b="1"/>
        </a:lvl1pPr>
        <a:lvl2pPr>
          <a:lnSpc>
            <a:spcPct val="100000"/>
          </a:lnSpc>
        </a:lvl2pPr>
      </dgm1612:lstStyle>
    </a:ext>
  </dgm:extLst>
</dgm:layoutDef>
</file>

<file path=ppt/diagrams/quickStyle1.xml><?xml version="1.0" encoding="utf-8"?>
<dgm:styleDef xmlns:dgm="http://schemas.openxmlformats.org/drawingml/2006/diagram" xmlns:a="http://schemas.openxmlformats.org/drawingml/2006/main" uniqueId="urn:microsoft.com/office/officeart/2005/8/quickstyle/simple1">
  <dgm:title val=""/>
  <dgm:desc val=""/>
  <dgm:catLst>
    <dgm:cat type="simple" pri="10100"/>
  </dgm:catLst>
  <dgm:scene3d>
    <a:camera prst="orthographicFront"/>
    <a:lightRig rig="threePt" dir="t"/>
  </dgm:scene3d>
  <dgm:styleLbl name="node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l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ven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tx1"/>
      </a:fontRef>
    </dgm:style>
  </dgm:styleLbl>
  <dgm:styleLbl name="alig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b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sibTrans1D1">
    <dgm:scene3d>
      <a:camera prst="orthographicFront"/>
      <a:lightRig rig="threePt" dir="t"/>
    </dgm:scene3d>
    <dgm:sp3d/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callout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sst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1D1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2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3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4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con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Align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dk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Shp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revTx">
    <dgm:scene3d>
      <a:camera prst="orthographicFront"/>
      <a:lightRig rig="threePt" dir="t"/>
    </dgm:scene3d>
    <dgm:sp3d/>
    <dgm:txPr/>
    <dgm:style>
      <a:lnRef idx="0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</dgm:styleDef>
</file>

<file path=ppt/diagrams/quickStyle2.xml><?xml version="1.0" encoding="utf-8"?>
<dgm:styleDef xmlns:dgm="http://schemas.openxmlformats.org/drawingml/2006/diagram" xmlns:a="http://schemas.openxmlformats.org/drawingml/2006/main" uniqueId="urn:microsoft.com/office/officeart/2005/8/quickstyle/simple1">
  <dgm:title val=""/>
  <dgm:desc val=""/>
  <dgm:catLst>
    <dgm:cat type="simple" pri="10100"/>
  </dgm:catLst>
  <dgm:scene3d>
    <a:camera prst="orthographicFront"/>
    <a:lightRig rig="threePt" dir="t"/>
  </dgm:scene3d>
  <dgm:styleLbl name="node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l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ven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tx1"/>
      </a:fontRef>
    </dgm:style>
  </dgm:styleLbl>
  <dgm:styleLbl name="alig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b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sibTrans1D1">
    <dgm:scene3d>
      <a:camera prst="orthographicFront"/>
      <a:lightRig rig="threePt" dir="t"/>
    </dgm:scene3d>
    <dgm:sp3d/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callout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sst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1D1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2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3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4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con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Align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dk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Shp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revTx">
    <dgm:scene3d>
      <a:camera prst="orthographicFront"/>
      <a:lightRig rig="threePt" dir="t"/>
    </dgm:scene3d>
    <dgm:sp3d/>
    <dgm:txPr/>
    <dgm:style>
      <a:lnRef idx="0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</dgm:styleDef>
</file>

<file path=ppt/handoutMasters/_rels/handout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3.xml"/></Relationships>
</file>

<file path=ppt/handoutMasters/handoutMaster1.xml><?xml version="1.0" encoding="utf-8"?>
<p:handout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Kopfzeilenplatzhalter 1"/>
          <p:cNvSpPr>
            <a:spLocks noGrp="1"/>
          </p:cNvSpPr>
          <p:nvPr>
            <p:ph type="hdr" sz="quarter"/>
          </p:nvPr>
        </p:nvSpPr>
        <p:spPr bwMode="auto">
          <a:xfrm>
            <a:off x="0" y="0"/>
            <a:ext cx="3076363" cy="512956"/>
          </a:xfrm>
          <a:prstGeom prst="rect">
            <a:avLst/>
          </a:prstGeom>
          <a:noFill/>
          <a:ln w="9525">
            <a:noFill/>
            <a:miter lim="800000"/>
          </a:ln>
        </p:spPr>
        <p:txBody>
          <a:bodyPr vert="horz" wrap="square" lIns="94755" tIns="47377" rIns="94755" bIns="47377" numCol="1" anchor="t" anchorCtr="0" compatLnSpc="1"/>
          <a:lstStyle>
            <a:lvl1pPr defTabSz="948055">
              <a:defRPr sz="1200"/>
            </a:lvl1pPr>
          </a:lstStyle>
          <a:p>
            <a:pPr>
              <a:defRPr/>
            </a:pPr>
            <a:endParaRPr lang="de-DE"/>
          </a:p>
        </p:txBody>
      </p:sp>
      <p:sp>
        <p:nvSpPr>
          <p:cNvPr id="3" name="Datumsplatzhalter 2"/>
          <p:cNvSpPr>
            <a:spLocks noGrp="1"/>
          </p:cNvSpPr>
          <p:nvPr>
            <p:ph type="dt" sz="quarter" idx="1"/>
          </p:nvPr>
        </p:nvSpPr>
        <p:spPr bwMode="auto">
          <a:xfrm>
            <a:off x="4021294" y="0"/>
            <a:ext cx="3076363" cy="512956"/>
          </a:xfrm>
          <a:prstGeom prst="rect">
            <a:avLst/>
          </a:prstGeom>
          <a:noFill/>
          <a:ln w="9525">
            <a:noFill/>
            <a:miter lim="800000"/>
          </a:ln>
        </p:spPr>
        <p:txBody>
          <a:bodyPr vert="horz" wrap="square" lIns="94755" tIns="47377" rIns="94755" bIns="47377" numCol="1" anchor="t" anchorCtr="0" compatLnSpc="1"/>
          <a:lstStyle>
            <a:lvl1pPr algn="r" defTabSz="948055">
              <a:defRPr sz="1200"/>
            </a:lvl1pPr>
          </a:lstStyle>
          <a:p>
            <a:pPr>
              <a:defRPr/>
            </a:pPr>
            <a:fld id="{3953DA5E-C6E2-4FA2-8BC8-7FF9A5EB6734}" type="datetimeFigureOut">
              <a:rPr lang="de-DE"/>
              <a:t>08.05.2025</a:t>
            </a:fld>
            <a:endParaRPr lang="de-DE"/>
          </a:p>
        </p:txBody>
      </p:sp>
      <p:sp>
        <p:nvSpPr>
          <p:cNvPr id="4" name="Fußzeilenplatzhalter 3"/>
          <p:cNvSpPr>
            <a:spLocks noGrp="1"/>
          </p:cNvSpPr>
          <p:nvPr>
            <p:ph type="ftr" sz="quarter" idx="2"/>
          </p:nvPr>
        </p:nvSpPr>
        <p:spPr bwMode="auto">
          <a:xfrm>
            <a:off x="0" y="9720023"/>
            <a:ext cx="3076363" cy="512956"/>
          </a:xfrm>
          <a:prstGeom prst="rect">
            <a:avLst/>
          </a:prstGeom>
          <a:noFill/>
          <a:ln w="9525">
            <a:noFill/>
            <a:miter lim="800000"/>
          </a:ln>
        </p:spPr>
        <p:txBody>
          <a:bodyPr vert="horz" wrap="square" lIns="94755" tIns="47377" rIns="94755" bIns="47377" numCol="1" anchor="b" anchorCtr="0" compatLnSpc="1"/>
          <a:lstStyle>
            <a:lvl1pPr defTabSz="948055">
              <a:defRPr sz="1200"/>
            </a:lvl1pPr>
          </a:lstStyle>
          <a:p>
            <a:pPr>
              <a:defRPr/>
            </a:pPr>
            <a:endParaRPr lang="de-DE"/>
          </a:p>
        </p:txBody>
      </p:sp>
      <p:sp>
        <p:nvSpPr>
          <p:cNvPr id="5" name="Foliennummernplatzhalter 4"/>
          <p:cNvSpPr>
            <a:spLocks noGrp="1"/>
          </p:cNvSpPr>
          <p:nvPr>
            <p:ph type="sldNum" sz="quarter" idx="3"/>
          </p:nvPr>
        </p:nvSpPr>
        <p:spPr bwMode="auto">
          <a:xfrm>
            <a:off x="4021294" y="9720023"/>
            <a:ext cx="3076363" cy="512956"/>
          </a:xfrm>
          <a:prstGeom prst="rect">
            <a:avLst/>
          </a:prstGeom>
          <a:noFill/>
          <a:ln w="9525">
            <a:noFill/>
            <a:miter lim="800000"/>
          </a:ln>
        </p:spPr>
        <p:txBody>
          <a:bodyPr vert="horz" wrap="square" lIns="94755" tIns="47377" rIns="94755" bIns="47377" numCol="1" anchor="b" anchorCtr="0" compatLnSpc="1"/>
          <a:lstStyle>
            <a:lvl1pPr algn="r" defTabSz="948055">
              <a:defRPr sz="1200"/>
            </a:lvl1pPr>
          </a:lstStyle>
          <a:p>
            <a:pPr>
              <a:defRPr/>
            </a:pPr>
            <a:fld id="{89A9BFB2-3314-459B-BBF3-97A86AECA4E3}" type="slidenum">
              <a:rPr lang="de-DE"/>
              <a:t>‹Nr.›</a:t>
            </a:fld>
            <a:endParaRPr lang="de-DE"/>
          </a:p>
        </p:txBody>
      </p:sp>
    </p:spTree>
    <p:extLst>
      <p:ext uri="{BB962C8B-B14F-4D97-AF65-F5344CB8AC3E}">
        <p14:creationId xmlns:p14="http://schemas.microsoft.com/office/powerpoint/2010/main" val="1"/>
      </p:ext>
    </p:extLst>
  </p:cSld>
  <p:clrMap bg1="lt1" tx1="dk1" bg2="lt2" tx2="dk2" accent1="accent1" accent2="accent2" accent3="accent3" accent4="accent4" accent5="accent5" accent6="accent6" hlink="hlink" folHlink="folHlink"/>
</p:handoutMaster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3076575" cy="512763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4021138" y="0"/>
            <a:ext cx="3076575" cy="512763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88DE360A-102B-474E-BEC0-79AC7566E430}" type="datetimeFigureOut">
              <a:rPr lang="en-US" smtClean="0"/>
              <a:t>5/8/2025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1246188" y="1279525"/>
            <a:ext cx="4606925" cy="34544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709613" y="4926013"/>
            <a:ext cx="5680075" cy="4029075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9721850"/>
            <a:ext cx="3076575" cy="51276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4021138" y="9721850"/>
            <a:ext cx="3076575" cy="51276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18D8EB10-9094-CC46-9BCA-615730AD1A2C}" type="slidenum">
              <a:rPr lang="en-US" smtClean="0"/>
              <a:t>‹Nr.›</a:t>
            </a:fld>
            <a:endParaRPr 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Folienbildplatzhalt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izenplatzhalt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de-AT"/>
          </a:p>
        </p:txBody>
      </p:sp>
      <p:sp>
        <p:nvSpPr>
          <p:cNvPr id="4" name="Foliennummernplatzhalt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18D8EB10-9094-CC46-9BCA-615730AD1A2C}" type="slidenum">
              <a:rPr lang="en-US" smtClean="0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117013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1143000" y="1122363"/>
            <a:ext cx="6858000" cy="2387600"/>
          </a:xfrm>
          <a:prstGeom prst="rect">
            <a:avLst/>
          </a:prstGeom>
        </p:spPr>
        <p:txBody>
          <a:bodyPr anchor="b"/>
          <a:lstStyle>
            <a:lvl1pPr algn="ctr">
              <a:defRPr sz="4500"/>
            </a:lvl1pPr>
          </a:lstStyle>
          <a:p>
            <a:r>
              <a:rPr lang="en-GB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143000" y="3602038"/>
            <a:ext cx="6858000" cy="1655762"/>
          </a:xfrm>
        </p:spPr>
        <p:txBody>
          <a:bodyPr/>
          <a:lstStyle>
            <a:lvl1pPr marL="0" indent="0" algn="ctr">
              <a:buNone/>
              <a:defRPr sz="1800"/>
            </a:lvl1pPr>
            <a:lvl2pPr marL="342900" indent="0" algn="ctr">
              <a:buNone/>
              <a:defRPr sz="1500"/>
            </a:lvl2pPr>
            <a:lvl3pPr marL="685800" indent="0" algn="ctr">
              <a:buNone/>
              <a:defRPr sz="1350"/>
            </a:lvl3pPr>
            <a:lvl4pPr marL="1028700" indent="0" algn="ctr">
              <a:buNone/>
              <a:defRPr sz="1200"/>
            </a:lvl4pPr>
            <a:lvl5pPr marL="1371600" indent="0" algn="ctr">
              <a:buNone/>
              <a:defRPr sz="1200"/>
            </a:lvl5pPr>
            <a:lvl6pPr marL="1714500" indent="0" algn="ctr">
              <a:buNone/>
              <a:defRPr sz="1200"/>
            </a:lvl6pPr>
            <a:lvl7pPr marL="2057400" indent="0" algn="ctr">
              <a:buNone/>
              <a:defRPr sz="1200"/>
            </a:lvl7pPr>
            <a:lvl8pPr marL="2400300" indent="0" algn="ctr">
              <a:buNone/>
              <a:defRPr sz="1200"/>
            </a:lvl8pPr>
            <a:lvl9pPr marL="2743200" indent="0" algn="ctr">
              <a:buNone/>
              <a:defRPr sz="1200"/>
            </a:lvl9pPr>
          </a:lstStyle>
          <a:p>
            <a:r>
              <a:rPr lang="en-GB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pPr>
              <a:defRPr/>
            </a:pPr>
            <a:endParaRPr lang="de-DE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pPr>
              <a:defRPr/>
            </a:pPr>
            <a:r>
              <a:rPr lang="de-DE"/>
              <a:t>DI(FH) Falkensteiner Markus</a:t>
            </a:r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>
              <a:defRPr/>
            </a:pPr>
            <a:fld id="{AE4538FE-AEB4-413B-B741-EC1BAEEF6B8F}" type="slidenum">
              <a:rPr lang="de-AT" smtClean="0"/>
              <a:t>‹Nr.›</a:t>
            </a:fld>
            <a:endParaRPr lang="de-AT"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907704" y="365127"/>
            <a:ext cx="6607646" cy="759618"/>
          </a:xfrm>
          <a:prstGeom prst="rect">
            <a:avLst/>
          </a:prstGeom>
          <a:gradFill flip="none" rotWithShape="1">
            <a:gsLst>
              <a:gs pos="0">
                <a:schemeClr val="accent1">
                  <a:lumMod val="75000"/>
                </a:schemeClr>
              </a:gs>
              <a:gs pos="50000">
                <a:schemeClr val="bg2">
                  <a:shade val="100000"/>
                  <a:hueMod val="100000"/>
                  <a:satMod val="110000"/>
                  <a:lumMod val="130000"/>
                </a:schemeClr>
              </a:gs>
              <a:gs pos="99000">
                <a:schemeClr val="bg1"/>
              </a:gs>
            </a:gsLst>
            <a:lin ang="0" scaled="1"/>
            <a:tileRect/>
          </a:gradFill>
        </p:spPr>
        <p:txBody>
          <a:bodyPr anchor="ctr"/>
          <a:lstStyle/>
          <a:p>
            <a:r>
              <a:rPr lang="en-GB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GB"/>
              <a:t>Click to edit Master text styles</a:t>
            </a:r>
          </a:p>
          <a:p>
            <a:pPr lvl="1"/>
            <a:r>
              <a:rPr lang="en-GB"/>
              <a:t>Second level</a:t>
            </a:r>
          </a:p>
          <a:p>
            <a:pPr lvl="2"/>
            <a:r>
              <a:rPr lang="en-GB"/>
              <a:t>Third level</a:t>
            </a:r>
          </a:p>
          <a:p>
            <a:pPr lvl="3"/>
            <a:r>
              <a:rPr lang="en-GB"/>
              <a:t>Fourth level</a:t>
            </a:r>
          </a:p>
          <a:p>
            <a:pPr lvl="4"/>
            <a:r>
              <a:rPr lang="en-GB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pPr>
              <a:defRPr/>
            </a:pPr>
            <a:endParaRPr lang="de-DE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pPr>
              <a:defRPr/>
            </a:pPr>
            <a:r>
              <a:rPr lang="de-DE"/>
              <a:t>DI(FH) Falkensteiner Markus</a:t>
            </a:r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>
              <a:defRPr/>
            </a:pPr>
            <a:fld id="{AE4538FE-AEB4-413B-B741-EC1BAEEF6B8F}" type="slidenum">
              <a:rPr lang="de-AT" smtClean="0"/>
              <a:t>‹Nr.›</a:t>
            </a:fld>
            <a:endParaRPr lang="de-AT"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23888" y="1709739"/>
            <a:ext cx="7886700" cy="2852737"/>
          </a:xfrm>
          <a:prstGeom prst="rect">
            <a:avLst/>
          </a:prstGeom>
        </p:spPr>
        <p:txBody>
          <a:bodyPr anchor="b"/>
          <a:lstStyle>
            <a:lvl1pPr>
              <a:defRPr sz="4500"/>
            </a:lvl1pPr>
          </a:lstStyle>
          <a:p>
            <a:r>
              <a:rPr lang="en-GB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23888" y="4589464"/>
            <a:ext cx="7886700" cy="1500187"/>
          </a:xfrm>
        </p:spPr>
        <p:txBody>
          <a:bodyPr/>
          <a:lstStyle>
            <a:lvl1pPr marL="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1pPr>
            <a:lvl2pPr marL="342900" indent="0">
              <a:buNone/>
              <a:defRPr sz="1500">
                <a:solidFill>
                  <a:schemeClr val="tx1">
                    <a:tint val="75000"/>
                  </a:schemeClr>
                </a:solidFill>
              </a:defRPr>
            </a:lvl2pPr>
            <a:lvl3pPr marL="685800" indent="0">
              <a:buNone/>
              <a:defRPr sz="1350">
                <a:solidFill>
                  <a:schemeClr val="tx1">
                    <a:tint val="75000"/>
                  </a:schemeClr>
                </a:solidFill>
              </a:defRPr>
            </a:lvl3pPr>
            <a:lvl4pPr marL="1028700" indent="0">
              <a:buNone/>
              <a:defRPr sz="1200">
                <a:solidFill>
                  <a:schemeClr val="tx1">
                    <a:tint val="75000"/>
                  </a:schemeClr>
                </a:solidFill>
              </a:defRPr>
            </a:lvl4pPr>
            <a:lvl5pPr marL="1371600" indent="0">
              <a:buNone/>
              <a:defRPr sz="1200">
                <a:solidFill>
                  <a:schemeClr val="tx1">
                    <a:tint val="75000"/>
                  </a:schemeClr>
                </a:solidFill>
              </a:defRPr>
            </a:lvl5pPr>
            <a:lvl6pPr marL="1714500" indent="0">
              <a:buNone/>
              <a:defRPr sz="1200">
                <a:solidFill>
                  <a:schemeClr val="tx1">
                    <a:tint val="75000"/>
                  </a:schemeClr>
                </a:solidFill>
              </a:defRPr>
            </a:lvl6pPr>
            <a:lvl7pPr marL="2057400" indent="0">
              <a:buNone/>
              <a:defRPr sz="1200">
                <a:solidFill>
                  <a:schemeClr val="tx1">
                    <a:tint val="75000"/>
                  </a:schemeClr>
                </a:solidFill>
              </a:defRPr>
            </a:lvl7pPr>
            <a:lvl8pPr marL="2400300" indent="0">
              <a:buNone/>
              <a:defRPr sz="1200">
                <a:solidFill>
                  <a:schemeClr val="tx1">
                    <a:tint val="75000"/>
                  </a:schemeClr>
                </a:solidFill>
              </a:defRPr>
            </a:lvl8pPr>
            <a:lvl9pPr marL="2743200" indent="0">
              <a:buNone/>
              <a:defRPr sz="12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GB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pPr>
              <a:defRPr/>
            </a:pPr>
            <a:endParaRPr lang="de-DE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pPr>
              <a:defRPr/>
            </a:pPr>
            <a:r>
              <a:rPr lang="de-DE"/>
              <a:t>DI(FH) Falkensteiner Markus</a:t>
            </a:r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>
              <a:defRPr/>
            </a:pPr>
            <a:fld id="{AE4538FE-AEB4-413B-B741-EC1BAEEF6B8F}" type="slidenum">
              <a:rPr lang="de-AT" smtClean="0"/>
              <a:t>‹Nr.›</a:t>
            </a:fld>
            <a:endParaRPr lang="de-AT"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979712" y="365127"/>
            <a:ext cx="6535638" cy="831626"/>
          </a:xfrm>
          <a:prstGeom prst="rect">
            <a:avLst/>
          </a:prstGeom>
        </p:spPr>
        <p:txBody>
          <a:bodyPr/>
          <a:lstStyle/>
          <a:p>
            <a:r>
              <a:rPr lang="en-GB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628650" y="1825625"/>
            <a:ext cx="3886200" cy="4351338"/>
          </a:xfrm>
        </p:spPr>
        <p:txBody>
          <a:bodyPr/>
          <a:lstStyle/>
          <a:p>
            <a:pPr lvl="0"/>
            <a:r>
              <a:rPr lang="en-GB"/>
              <a:t>Click to edit Master text styles</a:t>
            </a:r>
          </a:p>
          <a:p>
            <a:pPr lvl="1"/>
            <a:r>
              <a:rPr lang="en-GB"/>
              <a:t>Second level</a:t>
            </a:r>
          </a:p>
          <a:p>
            <a:pPr lvl="2"/>
            <a:r>
              <a:rPr lang="en-GB"/>
              <a:t>Third level</a:t>
            </a:r>
          </a:p>
          <a:p>
            <a:pPr lvl="3"/>
            <a:r>
              <a:rPr lang="en-GB"/>
              <a:t>Fourth level</a:t>
            </a:r>
          </a:p>
          <a:p>
            <a:pPr lvl="4"/>
            <a:r>
              <a:rPr lang="en-GB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29150" y="1825625"/>
            <a:ext cx="3886200" cy="4351338"/>
          </a:xfrm>
        </p:spPr>
        <p:txBody>
          <a:bodyPr/>
          <a:lstStyle/>
          <a:p>
            <a:pPr lvl="0"/>
            <a:r>
              <a:rPr lang="en-GB"/>
              <a:t>Click to edit Master text styles</a:t>
            </a:r>
          </a:p>
          <a:p>
            <a:pPr lvl="1"/>
            <a:r>
              <a:rPr lang="en-GB"/>
              <a:t>Second level</a:t>
            </a:r>
          </a:p>
          <a:p>
            <a:pPr lvl="2"/>
            <a:r>
              <a:rPr lang="en-GB"/>
              <a:t>Third level</a:t>
            </a:r>
          </a:p>
          <a:p>
            <a:pPr lvl="3"/>
            <a:r>
              <a:rPr lang="en-GB"/>
              <a:t>Fourth level</a:t>
            </a:r>
          </a:p>
          <a:p>
            <a:pPr lvl="4"/>
            <a:r>
              <a:rPr lang="en-GB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pPr>
              <a:defRPr/>
            </a:pPr>
            <a:endParaRPr lang="de-DE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pPr>
              <a:defRPr/>
            </a:pPr>
            <a:r>
              <a:rPr lang="de-DE"/>
              <a:t>DI(FH) Falkensteiner Markus</a:t>
            </a:r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>
              <a:defRPr/>
            </a:pPr>
            <a:fld id="{AE4538FE-AEB4-413B-B741-EC1BAEEF6B8F}" type="slidenum">
              <a:rPr lang="de-AT" smtClean="0"/>
              <a:t>‹Nr.›</a:t>
            </a:fld>
            <a:endParaRPr lang="de-AT"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29841" y="365126"/>
            <a:ext cx="7886700" cy="1325563"/>
          </a:xfrm>
          <a:prstGeom prst="rect">
            <a:avLst/>
          </a:prstGeom>
        </p:spPr>
        <p:txBody>
          <a:bodyPr/>
          <a:lstStyle/>
          <a:p>
            <a:r>
              <a:rPr lang="en-GB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29842" y="1681163"/>
            <a:ext cx="3868340" cy="823912"/>
          </a:xfrm>
        </p:spPr>
        <p:txBody>
          <a:bodyPr anchor="b"/>
          <a:lstStyle>
            <a:lvl1pPr marL="0" indent="0">
              <a:buNone/>
              <a:defRPr sz="1800" b="1"/>
            </a:lvl1pPr>
            <a:lvl2pPr marL="342900" indent="0">
              <a:buNone/>
              <a:defRPr sz="1500" b="1"/>
            </a:lvl2pPr>
            <a:lvl3pPr marL="685800" indent="0">
              <a:buNone/>
              <a:defRPr sz="1350" b="1"/>
            </a:lvl3pPr>
            <a:lvl4pPr marL="1028700" indent="0">
              <a:buNone/>
              <a:defRPr sz="1200" b="1"/>
            </a:lvl4pPr>
            <a:lvl5pPr marL="1371600" indent="0">
              <a:buNone/>
              <a:defRPr sz="1200" b="1"/>
            </a:lvl5pPr>
            <a:lvl6pPr marL="1714500" indent="0">
              <a:buNone/>
              <a:defRPr sz="1200" b="1"/>
            </a:lvl6pPr>
            <a:lvl7pPr marL="2057400" indent="0">
              <a:buNone/>
              <a:defRPr sz="1200" b="1"/>
            </a:lvl7pPr>
            <a:lvl8pPr marL="2400300" indent="0">
              <a:buNone/>
              <a:defRPr sz="1200" b="1"/>
            </a:lvl8pPr>
            <a:lvl9pPr marL="2743200" indent="0">
              <a:buNone/>
              <a:defRPr sz="1200" b="1"/>
            </a:lvl9pPr>
          </a:lstStyle>
          <a:p>
            <a:pPr lvl="0"/>
            <a:r>
              <a:rPr lang="en-GB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629842" y="2505075"/>
            <a:ext cx="3868340" cy="3684588"/>
          </a:xfrm>
        </p:spPr>
        <p:txBody>
          <a:bodyPr/>
          <a:lstStyle/>
          <a:p>
            <a:pPr lvl="0"/>
            <a:r>
              <a:rPr lang="en-GB"/>
              <a:t>Click to edit Master text styles</a:t>
            </a:r>
          </a:p>
          <a:p>
            <a:pPr lvl="1"/>
            <a:r>
              <a:rPr lang="en-GB"/>
              <a:t>Second level</a:t>
            </a:r>
          </a:p>
          <a:p>
            <a:pPr lvl="2"/>
            <a:r>
              <a:rPr lang="en-GB"/>
              <a:t>Third level</a:t>
            </a:r>
          </a:p>
          <a:p>
            <a:pPr lvl="3"/>
            <a:r>
              <a:rPr lang="en-GB"/>
              <a:t>Fourth level</a:t>
            </a:r>
          </a:p>
          <a:p>
            <a:pPr lvl="4"/>
            <a:r>
              <a:rPr lang="en-GB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29150" y="1681163"/>
            <a:ext cx="3887391" cy="823912"/>
          </a:xfrm>
        </p:spPr>
        <p:txBody>
          <a:bodyPr anchor="b"/>
          <a:lstStyle>
            <a:lvl1pPr marL="0" indent="0">
              <a:buNone/>
              <a:defRPr sz="1800" b="1"/>
            </a:lvl1pPr>
            <a:lvl2pPr marL="342900" indent="0">
              <a:buNone/>
              <a:defRPr sz="1500" b="1"/>
            </a:lvl2pPr>
            <a:lvl3pPr marL="685800" indent="0">
              <a:buNone/>
              <a:defRPr sz="1350" b="1"/>
            </a:lvl3pPr>
            <a:lvl4pPr marL="1028700" indent="0">
              <a:buNone/>
              <a:defRPr sz="1200" b="1"/>
            </a:lvl4pPr>
            <a:lvl5pPr marL="1371600" indent="0">
              <a:buNone/>
              <a:defRPr sz="1200" b="1"/>
            </a:lvl5pPr>
            <a:lvl6pPr marL="1714500" indent="0">
              <a:buNone/>
              <a:defRPr sz="1200" b="1"/>
            </a:lvl6pPr>
            <a:lvl7pPr marL="2057400" indent="0">
              <a:buNone/>
              <a:defRPr sz="1200" b="1"/>
            </a:lvl7pPr>
            <a:lvl8pPr marL="2400300" indent="0">
              <a:buNone/>
              <a:defRPr sz="1200" b="1"/>
            </a:lvl8pPr>
            <a:lvl9pPr marL="2743200" indent="0">
              <a:buNone/>
              <a:defRPr sz="1200" b="1"/>
            </a:lvl9pPr>
          </a:lstStyle>
          <a:p>
            <a:pPr lvl="0"/>
            <a:r>
              <a:rPr lang="en-GB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29150" y="2505075"/>
            <a:ext cx="3887391" cy="3684588"/>
          </a:xfrm>
        </p:spPr>
        <p:txBody>
          <a:bodyPr/>
          <a:lstStyle/>
          <a:p>
            <a:pPr lvl="0"/>
            <a:r>
              <a:rPr lang="en-GB"/>
              <a:t>Click to edit Master text styles</a:t>
            </a:r>
          </a:p>
          <a:p>
            <a:pPr lvl="1"/>
            <a:r>
              <a:rPr lang="en-GB"/>
              <a:t>Second level</a:t>
            </a:r>
          </a:p>
          <a:p>
            <a:pPr lvl="2"/>
            <a:r>
              <a:rPr lang="en-GB"/>
              <a:t>Third level</a:t>
            </a:r>
          </a:p>
          <a:p>
            <a:pPr lvl="3"/>
            <a:r>
              <a:rPr lang="en-GB"/>
              <a:t>Fourth level</a:t>
            </a:r>
          </a:p>
          <a:p>
            <a:pPr lvl="4"/>
            <a:r>
              <a:rPr lang="en-GB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pPr>
              <a:defRPr/>
            </a:pPr>
            <a:endParaRPr lang="de-DE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pPr>
              <a:defRPr/>
            </a:pPr>
            <a:r>
              <a:rPr lang="de-DE"/>
              <a:t>DI(FH) Falkensteiner Markus</a:t>
            </a:r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>
              <a:defRPr/>
            </a:pPr>
            <a:fld id="{AE4538FE-AEB4-413B-B741-EC1BAEEF6B8F}" type="slidenum">
              <a:rPr lang="de-AT" smtClean="0"/>
              <a:t>‹Nr.›</a:t>
            </a:fld>
            <a:endParaRPr lang="de-AT"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979712" y="365127"/>
            <a:ext cx="6535638" cy="831626"/>
          </a:xfrm>
          <a:prstGeom prst="rect">
            <a:avLst/>
          </a:prstGeom>
        </p:spPr>
        <p:txBody>
          <a:bodyPr/>
          <a:lstStyle/>
          <a:p>
            <a:r>
              <a:rPr lang="en-GB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pPr>
              <a:defRPr/>
            </a:pPr>
            <a:endParaRPr lang="de-DE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pPr>
              <a:defRPr/>
            </a:pPr>
            <a:r>
              <a:rPr lang="de-DE"/>
              <a:t>DI(FH) Falkensteiner Markus</a:t>
            </a:r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>
              <a:defRPr/>
            </a:pPr>
            <a:fld id="{AE4538FE-AEB4-413B-B741-EC1BAEEF6B8F}" type="slidenum">
              <a:rPr lang="de-AT" smtClean="0"/>
              <a:t>‹Nr.›</a:t>
            </a:fld>
            <a:endParaRPr lang="de-AT"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pPr>
              <a:defRPr/>
            </a:pPr>
            <a:endParaRPr lang="de-DE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pPr>
              <a:defRPr/>
            </a:pPr>
            <a:r>
              <a:rPr lang="de-DE"/>
              <a:t>DI(FH) Falkensteiner Markus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>
              <a:defRPr/>
            </a:pPr>
            <a:fld id="{AE4538FE-AEB4-413B-B741-EC1BAEEF6B8F}" type="slidenum">
              <a:rPr lang="de-AT" smtClean="0"/>
              <a:t>‹Nr.›</a:t>
            </a:fld>
            <a:endParaRPr lang="de-AT"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29841" y="457200"/>
            <a:ext cx="2949178" cy="1600200"/>
          </a:xfrm>
          <a:prstGeom prst="rect">
            <a:avLst/>
          </a:prstGeom>
        </p:spPr>
        <p:txBody>
          <a:bodyPr anchor="b"/>
          <a:lstStyle>
            <a:lvl1pPr>
              <a:defRPr sz="2400"/>
            </a:lvl1pPr>
          </a:lstStyle>
          <a:p>
            <a:r>
              <a:rPr lang="en-GB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887391" y="987426"/>
            <a:ext cx="4629150" cy="4873625"/>
          </a:xfrm>
        </p:spPr>
        <p:txBody>
          <a:bodyPr/>
          <a:lstStyle>
            <a:lvl1pPr>
              <a:defRPr sz="2400"/>
            </a:lvl1pPr>
            <a:lvl2pPr>
              <a:defRPr sz="2100"/>
            </a:lvl2pPr>
            <a:lvl3pPr>
              <a:defRPr sz="1800"/>
            </a:lvl3pPr>
            <a:lvl4pPr>
              <a:defRPr sz="1500"/>
            </a:lvl4pPr>
            <a:lvl5pPr>
              <a:defRPr sz="1500"/>
            </a:lvl5pPr>
            <a:lvl6pPr>
              <a:defRPr sz="1500"/>
            </a:lvl6pPr>
            <a:lvl7pPr>
              <a:defRPr sz="1500"/>
            </a:lvl7pPr>
            <a:lvl8pPr>
              <a:defRPr sz="1500"/>
            </a:lvl8pPr>
            <a:lvl9pPr>
              <a:defRPr sz="1500"/>
            </a:lvl9pPr>
          </a:lstStyle>
          <a:p>
            <a:pPr lvl="0"/>
            <a:r>
              <a:rPr lang="en-GB"/>
              <a:t>Click to edit Master text styles</a:t>
            </a:r>
          </a:p>
          <a:p>
            <a:pPr lvl="1"/>
            <a:r>
              <a:rPr lang="en-GB"/>
              <a:t>Second level</a:t>
            </a:r>
          </a:p>
          <a:p>
            <a:pPr lvl="2"/>
            <a:r>
              <a:rPr lang="en-GB"/>
              <a:t>Third level</a:t>
            </a:r>
          </a:p>
          <a:p>
            <a:pPr lvl="3"/>
            <a:r>
              <a:rPr lang="en-GB"/>
              <a:t>Fourth level</a:t>
            </a:r>
          </a:p>
          <a:p>
            <a:pPr lvl="4"/>
            <a:r>
              <a:rPr lang="en-GB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629841" y="2057400"/>
            <a:ext cx="2949178" cy="3811588"/>
          </a:xfrm>
        </p:spPr>
        <p:txBody>
          <a:bodyPr/>
          <a:lstStyle>
            <a:lvl1pPr marL="0" indent="0">
              <a:buNone/>
              <a:defRPr sz="1200"/>
            </a:lvl1pPr>
            <a:lvl2pPr marL="342900" indent="0">
              <a:buNone/>
              <a:defRPr sz="1050"/>
            </a:lvl2pPr>
            <a:lvl3pPr marL="685800" indent="0">
              <a:buNone/>
              <a:defRPr sz="900"/>
            </a:lvl3pPr>
            <a:lvl4pPr marL="1028700" indent="0">
              <a:buNone/>
              <a:defRPr sz="750"/>
            </a:lvl4pPr>
            <a:lvl5pPr marL="1371600" indent="0">
              <a:buNone/>
              <a:defRPr sz="750"/>
            </a:lvl5pPr>
            <a:lvl6pPr marL="1714500" indent="0">
              <a:buNone/>
              <a:defRPr sz="750"/>
            </a:lvl6pPr>
            <a:lvl7pPr marL="2057400" indent="0">
              <a:buNone/>
              <a:defRPr sz="750"/>
            </a:lvl7pPr>
            <a:lvl8pPr marL="2400300" indent="0">
              <a:buNone/>
              <a:defRPr sz="750"/>
            </a:lvl8pPr>
            <a:lvl9pPr marL="2743200" indent="0">
              <a:buNone/>
              <a:defRPr sz="750"/>
            </a:lvl9pPr>
          </a:lstStyle>
          <a:p>
            <a:pPr lvl="0"/>
            <a:r>
              <a:rPr lang="en-GB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pPr>
              <a:defRPr/>
            </a:pPr>
            <a:endParaRPr lang="de-DE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pPr>
              <a:defRPr/>
            </a:pPr>
            <a:r>
              <a:rPr lang="de-DE"/>
              <a:t>DI(FH) Falkensteiner Markus</a:t>
            </a:r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>
              <a:defRPr/>
            </a:pPr>
            <a:fld id="{AE4538FE-AEB4-413B-B741-EC1BAEEF6B8F}" type="slidenum">
              <a:rPr lang="de-AT" smtClean="0"/>
              <a:t>‹Nr.›</a:t>
            </a:fld>
            <a:endParaRPr lang="de-AT"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29841" y="457200"/>
            <a:ext cx="2949178" cy="1600200"/>
          </a:xfrm>
          <a:prstGeom prst="rect">
            <a:avLst/>
          </a:prstGeom>
        </p:spPr>
        <p:txBody>
          <a:bodyPr anchor="b"/>
          <a:lstStyle>
            <a:lvl1pPr>
              <a:defRPr sz="2400"/>
            </a:lvl1pPr>
          </a:lstStyle>
          <a:p>
            <a:r>
              <a:rPr lang="en-GB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3887391" y="987426"/>
            <a:ext cx="4629150" cy="4873625"/>
          </a:xfrm>
        </p:spPr>
        <p:txBody>
          <a:bodyPr/>
          <a:lstStyle>
            <a:lvl1pPr marL="0" indent="0">
              <a:buNone/>
              <a:defRPr sz="2400"/>
            </a:lvl1pPr>
            <a:lvl2pPr marL="342900" indent="0">
              <a:buNone/>
              <a:defRPr sz="2100"/>
            </a:lvl2pPr>
            <a:lvl3pPr marL="685800" indent="0">
              <a:buNone/>
              <a:defRPr sz="1800"/>
            </a:lvl3pPr>
            <a:lvl4pPr marL="1028700" indent="0">
              <a:buNone/>
              <a:defRPr sz="1500"/>
            </a:lvl4pPr>
            <a:lvl5pPr marL="1371600" indent="0">
              <a:buNone/>
              <a:defRPr sz="1500"/>
            </a:lvl5pPr>
            <a:lvl6pPr marL="1714500" indent="0">
              <a:buNone/>
              <a:defRPr sz="1500"/>
            </a:lvl6pPr>
            <a:lvl7pPr marL="2057400" indent="0">
              <a:buNone/>
              <a:defRPr sz="1500"/>
            </a:lvl7pPr>
            <a:lvl8pPr marL="2400300" indent="0">
              <a:buNone/>
              <a:defRPr sz="1500"/>
            </a:lvl8pPr>
            <a:lvl9pPr marL="2743200" indent="0">
              <a:buNone/>
              <a:defRPr sz="15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629841" y="2057400"/>
            <a:ext cx="2949178" cy="3811588"/>
          </a:xfrm>
        </p:spPr>
        <p:txBody>
          <a:bodyPr/>
          <a:lstStyle>
            <a:lvl1pPr marL="0" indent="0">
              <a:buNone/>
              <a:defRPr sz="1200"/>
            </a:lvl1pPr>
            <a:lvl2pPr marL="342900" indent="0">
              <a:buNone/>
              <a:defRPr sz="1050"/>
            </a:lvl2pPr>
            <a:lvl3pPr marL="685800" indent="0">
              <a:buNone/>
              <a:defRPr sz="900"/>
            </a:lvl3pPr>
            <a:lvl4pPr marL="1028700" indent="0">
              <a:buNone/>
              <a:defRPr sz="750"/>
            </a:lvl4pPr>
            <a:lvl5pPr marL="1371600" indent="0">
              <a:buNone/>
              <a:defRPr sz="750"/>
            </a:lvl5pPr>
            <a:lvl6pPr marL="1714500" indent="0">
              <a:buNone/>
              <a:defRPr sz="750"/>
            </a:lvl6pPr>
            <a:lvl7pPr marL="2057400" indent="0">
              <a:buNone/>
              <a:defRPr sz="750"/>
            </a:lvl7pPr>
            <a:lvl8pPr marL="2400300" indent="0">
              <a:buNone/>
              <a:defRPr sz="750"/>
            </a:lvl8pPr>
            <a:lvl9pPr marL="2743200" indent="0">
              <a:buNone/>
              <a:defRPr sz="750"/>
            </a:lvl9pPr>
          </a:lstStyle>
          <a:p>
            <a:pPr lvl="0"/>
            <a:r>
              <a:rPr lang="en-GB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pPr>
              <a:defRPr/>
            </a:pPr>
            <a:endParaRPr lang="de-DE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pPr>
              <a:defRPr/>
            </a:pPr>
            <a:r>
              <a:rPr lang="de-DE"/>
              <a:t>DI(FH) Falkensteiner Markus</a:t>
            </a:r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>
              <a:defRPr/>
            </a:pPr>
            <a:fld id="{AE4538FE-AEB4-413B-B741-EC1BAEEF6B8F}" type="slidenum">
              <a:rPr lang="de-AT" smtClean="0"/>
              <a:t>‹Nr.›</a:t>
            </a:fld>
            <a:endParaRPr lang="de-AT"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979712" y="365127"/>
            <a:ext cx="6535638" cy="831626"/>
          </a:xfrm>
          <a:prstGeom prst="rect">
            <a:avLst/>
          </a:prstGeom>
        </p:spPr>
        <p:txBody>
          <a:bodyPr/>
          <a:lstStyle/>
          <a:p>
            <a:r>
              <a:rPr lang="en-GB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GB"/>
              <a:t>Click to edit Master text styles</a:t>
            </a:r>
          </a:p>
          <a:p>
            <a:pPr lvl="1"/>
            <a:r>
              <a:rPr lang="en-GB"/>
              <a:t>Second level</a:t>
            </a:r>
          </a:p>
          <a:p>
            <a:pPr lvl="2"/>
            <a:r>
              <a:rPr lang="en-GB"/>
              <a:t>Third level</a:t>
            </a:r>
          </a:p>
          <a:p>
            <a:pPr lvl="3"/>
            <a:r>
              <a:rPr lang="en-GB"/>
              <a:t>Fourth level</a:t>
            </a:r>
          </a:p>
          <a:p>
            <a:pPr lvl="4"/>
            <a:r>
              <a:rPr lang="en-GB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pPr>
              <a:defRPr/>
            </a:pPr>
            <a:endParaRPr lang="de-DE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pPr>
              <a:defRPr/>
            </a:pPr>
            <a:r>
              <a:rPr lang="de-DE"/>
              <a:t>DI(FH) Falkensteiner Markus</a:t>
            </a:r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>
              <a:defRPr/>
            </a:pPr>
            <a:fld id="{AE4538FE-AEB4-413B-B741-EC1BAEEF6B8F}" type="slidenum">
              <a:rPr lang="de-AT" smtClean="0"/>
              <a:t>‹Nr.›</a:t>
            </a:fld>
            <a:endParaRPr lang="de-AT"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543675" y="365125"/>
            <a:ext cx="1971675" cy="5811838"/>
          </a:xfrm>
          <a:prstGeom prst="rect">
            <a:avLst/>
          </a:prstGeom>
        </p:spPr>
        <p:txBody>
          <a:bodyPr vert="eaVert"/>
          <a:lstStyle/>
          <a:p>
            <a:r>
              <a:rPr lang="en-GB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628650" y="365125"/>
            <a:ext cx="5800725" cy="5811838"/>
          </a:xfrm>
        </p:spPr>
        <p:txBody>
          <a:bodyPr vert="eaVert"/>
          <a:lstStyle/>
          <a:p>
            <a:pPr lvl="0"/>
            <a:r>
              <a:rPr lang="en-GB"/>
              <a:t>Click to edit Master text styles</a:t>
            </a:r>
          </a:p>
          <a:p>
            <a:pPr lvl="1"/>
            <a:r>
              <a:rPr lang="en-GB"/>
              <a:t>Second level</a:t>
            </a:r>
          </a:p>
          <a:p>
            <a:pPr lvl="2"/>
            <a:r>
              <a:rPr lang="en-GB"/>
              <a:t>Third level</a:t>
            </a:r>
          </a:p>
          <a:p>
            <a:pPr lvl="3"/>
            <a:r>
              <a:rPr lang="en-GB"/>
              <a:t>Fourth level</a:t>
            </a:r>
          </a:p>
          <a:p>
            <a:pPr lvl="4"/>
            <a:r>
              <a:rPr lang="en-GB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pPr>
              <a:defRPr/>
            </a:pPr>
            <a:endParaRPr lang="de-DE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pPr>
              <a:defRPr/>
            </a:pPr>
            <a:r>
              <a:rPr lang="de-DE"/>
              <a:t>DI(FH) Falkensteiner Markus</a:t>
            </a:r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>
              <a:defRPr/>
            </a:pPr>
            <a:fld id="{AE4538FE-AEB4-413B-B741-EC1BAEEF6B8F}" type="slidenum">
              <a:rPr lang="de-AT" smtClean="0"/>
              <a:t>‹Nr.›</a:t>
            </a:fld>
            <a:endParaRPr lang="de-AT"/>
          </a:p>
        </p:txBody>
      </p:sp>
    </p:spTree>
  </p:cSld>
  <p:clrMapOvr>
    <a:masterClrMapping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Zwei Inhalt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Inhaltsplatzhalter 2"/>
          <p:cNvSpPr>
            <a:spLocks noGrp="1"/>
          </p:cNvSpPr>
          <p:nvPr>
            <p:ph sz="half" idx="1" hasCustomPrompt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de-DE"/>
              <a:t>Textmasterformate durch Klicken bearbeiten</a:t>
            </a:r>
          </a:p>
          <a:p>
            <a:pPr lvl="1"/>
            <a:r>
              <a:rPr lang="de-DE"/>
              <a:t>Zweite Ebene</a:t>
            </a:r>
          </a:p>
          <a:p>
            <a:pPr lvl="2"/>
            <a:r>
              <a:rPr lang="de-DE"/>
              <a:t>Dritte Ebene</a:t>
            </a:r>
          </a:p>
          <a:p>
            <a:pPr lvl="3"/>
            <a:r>
              <a:rPr lang="de-DE"/>
              <a:t>Vierte Ebene</a:t>
            </a:r>
          </a:p>
          <a:p>
            <a:pPr lvl="4"/>
            <a:r>
              <a:rPr lang="de-DE"/>
              <a:t>Fünfte Ebene</a:t>
            </a:r>
          </a:p>
        </p:txBody>
      </p:sp>
      <p:sp>
        <p:nvSpPr>
          <p:cNvPr id="4" name="Inhaltsplatzhalter 3"/>
          <p:cNvSpPr>
            <a:spLocks noGrp="1"/>
          </p:cNvSpPr>
          <p:nvPr>
            <p:ph sz="half" idx="2" hasCustomPrompt="1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de-DE"/>
              <a:t>Textmasterformate durch Klicken bearbeiten</a:t>
            </a:r>
          </a:p>
          <a:p>
            <a:pPr lvl="1"/>
            <a:r>
              <a:rPr lang="de-DE"/>
              <a:t>Zweite Ebene</a:t>
            </a:r>
          </a:p>
          <a:p>
            <a:pPr lvl="2"/>
            <a:r>
              <a:rPr lang="de-DE"/>
              <a:t>Dritte Ebene</a:t>
            </a:r>
          </a:p>
          <a:p>
            <a:pPr lvl="3"/>
            <a:r>
              <a:rPr lang="de-DE"/>
              <a:t>Vierte Ebene</a:t>
            </a:r>
          </a:p>
          <a:p>
            <a:pPr lvl="4"/>
            <a:r>
              <a:rPr lang="de-DE"/>
              <a:t>Fünfte Ebene</a:t>
            </a:r>
          </a:p>
        </p:txBody>
      </p:sp>
      <p:sp>
        <p:nvSpPr>
          <p:cNvPr id="5" name="Datumsplatzhalter 3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de-DE"/>
          </a:p>
        </p:txBody>
      </p:sp>
      <p:sp>
        <p:nvSpPr>
          <p:cNvPr id="6" name="Fußzeilenplatzhalt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r>
              <a:rPr lang="de-DE"/>
              <a:t>DI(FH) Falkensteiner Markus</a:t>
            </a:r>
          </a:p>
        </p:txBody>
      </p:sp>
      <p:sp>
        <p:nvSpPr>
          <p:cNvPr id="7" name="Foliennummernplatzhalt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ABE8938C-29B8-4D68-B3E2-65383D25561A}" type="slidenum">
              <a:rPr lang="de-AT"/>
              <a:t>‹Nr.›</a:t>
            </a:fld>
            <a:endParaRPr lang="de-AT"/>
          </a:p>
        </p:txBody>
      </p:sp>
    </p:spTree>
  </p:cSld>
  <p:clrMapOvr>
    <a:masterClrMapping/>
  </p:clrMapOvr>
</p:sldLayout>
</file>

<file path=ppt/slideLayouts/slideLayout1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Vergleich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extplatzhalter 2"/>
          <p:cNvSpPr>
            <a:spLocks noGrp="1"/>
          </p:cNvSpPr>
          <p:nvPr>
            <p:ph type="body" idx="1" hasCustomPrompt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de-DE"/>
              <a:t>Textmasterformate durch Klicken bearbeiten</a:t>
            </a:r>
          </a:p>
        </p:txBody>
      </p:sp>
      <p:sp>
        <p:nvSpPr>
          <p:cNvPr id="4" name="Inhaltsplatzhalter 3"/>
          <p:cNvSpPr>
            <a:spLocks noGrp="1"/>
          </p:cNvSpPr>
          <p:nvPr>
            <p:ph sz="half" idx="2" hasCustomPrompt="1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de-DE"/>
              <a:t>Textmasterformate durch Klicken bearbeiten</a:t>
            </a:r>
          </a:p>
          <a:p>
            <a:pPr lvl="1"/>
            <a:r>
              <a:rPr lang="de-DE"/>
              <a:t>Zweite Ebene</a:t>
            </a:r>
          </a:p>
          <a:p>
            <a:pPr lvl="2"/>
            <a:r>
              <a:rPr lang="de-DE"/>
              <a:t>Dritte Ebene</a:t>
            </a:r>
          </a:p>
          <a:p>
            <a:pPr lvl="3"/>
            <a:r>
              <a:rPr lang="de-DE"/>
              <a:t>Vierte Ebene</a:t>
            </a:r>
          </a:p>
          <a:p>
            <a:pPr lvl="4"/>
            <a:r>
              <a:rPr lang="de-DE"/>
              <a:t>Fünfte Ebene</a:t>
            </a:r>
          </a:p>
        </p:txBody>
      </p:sp>
      <p:sp>
        <p:nvSpPr>
          <p:cNvPr id="5" name="Textplatzhalter 4"/>
          <p:cNvSpPr>
            <a:spLocks noGrp="1"/>
          </p:cNvSpPr>
          <p:nvPr>
            <p:ph type="body" sz="quarter" idx="3" hasCustomPrompt="1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de-DE"/>
              <a:t>Textmasterformate durch Klicken bearbeiten</a:t>
            </a:r>
          </a:p>
        </p:txBody>
      </p:sp>
      <p:sp>
        <p:nvSpPr>
          <p:cNvPr id="6" name="Inhaltsplatzhalter 5"/>
          <p:cNvSpPr>
            <a:spLocks noGrp="1"/>
          </p:cNvSpPr>
          <p:nvPr>
            <p:ph sz="quarter" idx="4" hasCustomPrompt="1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de-DE"/>
              <a:t>Textmasterformate durch Klicken bearbeiten</a:t>
            </a:r>
          </a:p>
          <a:p>
            <a:pPr lvl="1"/>
            <a:r>
              <a:rPr lang="de-DE"/>
              <a:t>Zweite Ebene</a:t>
            </a:r>
          </a:p>
          <a:p>
            <a:pPr lvl="2"/>
            <a:r>
              <a:rPr lang="de-DE"/>
              <a:t>Dritte Ebene</a:t>
            </a:r>
          </a:p>
          <a:p>
            <a:pPr lvl="3"/>
            <a:r>
              <a:rPr lang="de-DE"/>
              <a:t>Vierte Ebene</a:t>
            </a:r>
          </a:p>
          <a:p>
            <a:pPr lvl="4"/>
            <a:r>
              <a:rPr lang="de-DE"/>
              <a:t>Fünfte Ebene</a:t>
            </a:r>
          </a:p>
        </p:txBody>
      </p:sp>
      <p:sp>
        <p:nvSpPr>
          <p:cNvPr id="7" name="Datumsplatzhalter 3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de-DE"/>
          </a:p>
        </p:txBody>
      </p:sp>
      <p:sp>
        <p:nvSpPr>
          <p:cNvPr id="8" name="Fußzeilenplatzhalt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r>
              <a:rPr lang="de-DE"/>
              <a:t>DI(FH) Falkensteiner Markus</a:t>
            </a:r>
          </a:p>
        </p:txBody>
      </p:sp>
      <p:sp>
        <p:nvSpPr>
          <p:cNvPr id="9" name="Foliennummernplatzhalt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ECAA92CB-F91D-4CDD-843E-C20D96A57C63}" type="slidenum">
              <a:rPr lang="de-AT"/>
              <a:t>‹Nr.›</a:t>
            </a:fld>
            <a:endParaRPr lang="de-AT"/>
          </a:p>
        </p:txBody>
      </p:sp>
    </p:spTree>
  </p:cSld>
  <p:clrMapOvr>
    <a:masterClrMapping/>
  </p:clrMapOvr>
</p:sldLayout>
</file>

<file path=ppt/slideLayouts/slideLayout1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Nur Titel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umsplatzhalter 3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de-DE"/>
          </a:p>
        </p:txBody>
      </p:sp>
      <p:sp>
        <p:nvSpPr>
          <p:cNvPr id="3" name="Fußzeilenplatzhalt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r>
              <a:rPr lang="de-DE"/>
              <a:t>DI(FH) Falkensteiner Markus</a:t>
            </a:r>
          </a:p>
        </p:txBody>
      </p:sp>
      <p:sp>
        <p:nvSpPr>
          <p:cNvPr id="4" name="Foliennummernplatzhalt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F9D08048-23C5-41A6-899C-F663368C05D2}" type="slidenum">
              <a:rPr lang="de-AT"/>
              <a:t>‹Nr.›</a:t>
            </a:fld>
            <a:endParaRPr lang="de-AT"/>
          </a:p>
        </p:txBody>
      </p:sp>
    </p:spTree>
  </p:cSld>
  <p:clrMapOvr>
    <a:masterClrMapping/>
  </p:clrMapOvr>
</p:sldLayout>
</file>

<file path=ppt/slideLayouts/slideLayout1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Le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umsplatzhalter 3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de-DE"/>
          </a:p>
        </p:txBody>
      </p:sp>
      <p:sp>
        <p:nvSpPr>
          <p:cNvPr id="3" name="Fußzeilenplatzhalt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r>
              <a:rPr lang="de-DE"/>
              <a:t>DI(FH) Falkensteiner Markus</a:t>
            </a:r>
          </a:p>
        </p:txBody>
      </p:sp>
      <p:sp>
        <p:nvSpPr>
          <p:cNvPr id="4" name="Foliennummernplatzhalt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646F7C12-618F-49D7-BEDD-2077C6E49D94}" type="slidenum">
              <a:rPr lang="de-AT"/>
              <a:t>‹Nr.›</a:t>
            </a:fld>
            <a:endParaRPr lang="de-AT"/>
          </a:p>
        </p:txBody>
      </p: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13" Type="http://schemas.openxmlformats.org/officeDocument/2006/relationships/slideLayout" Target="../slideLayouts/slideLayout13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slideLayout" Target="../slideLayouts/slideLayout12.xml"/><Relationship Id="rId17" Type="http://schemas.openxmlformats.org/officeDocument/2006/relationships/image" Target="../media/image1.jpeg"/><Relationship Id="rId2" Type="http://schemas.openxmlformats.org/officeDocument/2006/relationships/slideLayout" Target="../slideLayouts/slideLayout2.xml"/><Relationship Id="rId16" Type="http://schemas.openxmlformats.org/officeDocument/2006/relationships/theme" Target="../theme/theme1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5" Type="http://schemas.openxmlformats.org/officeDocument/2006/relationships/slideLayout" Target="../slideLayouts/slideLayout1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Relationship Id="rId14" Type="http://schemas.openxmlformats.org/officeDocument/2006/relationships/slideLayout" Target="../slideLayouts/slideLayout14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28650" y="1556792"/>
            <a:ext cx="7886700" cy="4620171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GB"/>
              <a:t>Click to edit Master text styles</a:t>
            </a:r>
          </a:p>
          <a:p>
            <a:pPr lvl="1"/>
            <a:r>
              <a:rPr lang="en-GB"/>
              <a:t>Second level</a:t>
            </a:r>
          </a:p>
          <a:p>
            <a:pPr lvl="2"/>
            <a:r>
              <a:rPr lang="en-GB"/>
              <a:t>Third level</a:t>
            </a:r>
          </a:p>
          <a:p>
            <a:pPr lvl="3"/>
            <a:r>
              <a:rPr lang="en-GB"/>
              <a:t>Fourth level</a:t>
            </a:r>
          </a:p>
          <a:p>
            <a:pPr lvl="4"/>
            <a:r>
              <a:rPr lang="en-GB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628650" y="6356351"/>
            <a:ext cx="20574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9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pPr>
              <a:defRPr/>
            </a:pPr>
            <a:endParaRPr lang="de-DE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028950" y="6356351"/>
            <a:ext cx="30861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9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pPr>
              <a:defRPr/>
            </a:pPr>
            <a:r>
              <a:rPr lang="de-DE"/>
              <a:t>DI(FH) Falkensteiner Markus</a:t>
            </a:r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457950" y="6356351"/>
            <a:ext cx="20574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9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pPr>
              <a:defRPr/>
            </a:pPr>
            <a:fld id="{AE4538FE-AEB4-413B-B741-EC1BAEEF6B8F}" type="slidenum">
              <a:rPr lang="de-AT" smtClean="0"/>
              <a:t>‹Nr.›</a:t>
            </a:fld>
            <a:endParaRPr lang="de-AT"/>
          </a:p>
        </p:txBody>
      </p:sp>
      <p:pic>
        <p:nvPicPr>
          <p:cNvPr id="7" name="Picture 6"/>
          <p:cNvPicPr>
            <a:picLocks noChangeAspect="1"/>
          </p:cNvPicPr>
          <p:nvPr userDrawn="1"/>
        </p:nvPicPr>
        <p:blipFill>
          <a:blip r:embed="rId17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628650" y="110062"/>
            <a:ext cx="1196981" cy="1325563"/>
          </a:xfrm>
          <a:prstGeom prst="rect">
            <a:avLst/>
          </a:prstGeom>
        </p:spPr>
      </p:pic>
      <p:sp>
        <p:nvSpPr>
          <p:cNvPr id="8" name="Title 1"/>
          <p:cNvSpPr txBox="1"/>
          <p:nvPr userDrawn="1"/>
        </p:nvSpPr>
        <p:spPr>
          <a:xfrm>
            <a:off x="1907704" y="365127"/>
            <a:ext cx="6607646" cy="759618"/>
          </a:xfrm>
          <a:prstGeom prst="rect">
            <a:avLst/>
          </a:prstGeom>
          <a:gradFill flip="none" rotWithShape="1">
            <a:gsLst>
              <a:gs pos="0">
                <a:schemeClr val="accent1">
                  <a:lumMod val="75000"/>
                </a:schemeClr>
              </a:gs>
              <a:gs pos="50000">
                <a:schemeClr val="bg2">
                  <a:shade val="100000"/>
                  <a:hueMod val="100000"/>
                  <a:satMod val="110000"/>
                  <a:lumMod val="130000"/>
                </a:schemeClr>
              </a:gs>
              <a:gs pos="99000">
                <a:schemeClr val="bg1"/>
              </a:gs>
            </a:gsLst>
            <a:lin ang="0" scaled="1"/>
            <a:tileRect/>
          </a:gradFill>
        </p:spPr>
        <p:txBody>
          <a:bodyPr anchor="ctr"/>
          <a:lstStyle>
            <a:lvl1pPr algn="l" defTabSz="6858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33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pPr algn="l"/>
            <a:r>
              <a:rPr lang="en-GB"/>
              <a:t>Click to edit Master title style</a:t>
            </a:r>
            <a:endParaRPr 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  <p:sldLayoutId id="2147483660" r:id="rId12"/>
    <p:sldLayoutId id="2147483661" r:id="rId13"/>
    <p:sldLayoutId id="2147483662" r:id="rId14"/>
    <p:sldLayoutId id="2147483663" r:id="rId15"/>
  </p:sldLayoutIdLst>
  <p:hf hdr="0" dt="0"/>
  <p:txStyles>
    <p:titleStyle>
      <a:lvl1pPr algn="l" defTabSz="685800" rtl="0" eaLnBrk="1" latinLnBrk="0" hangingPunct="1">
        <a:lnSpc>
          <a:spcPct val="90000"/>
        </a:lnSpc>
        <a:spcBef>
          <a:spcPct val="0"/>
        </a:spcBef>
        <a:buNone/>
        <a:defRPr sz="33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171450" indent="-171450" algn="l" defTabSz="685800" rtl="0" eaLnBrk="1" latinLnBrk="0" hangingPunct="1">
        <a:lnSpc>
          <a:spcPct val="90000"/>
        </a:lnSpc>
        <a:spcBef>
          <a:spcPts val="750"/>
        </a:spcBef>
        <a:buFont typeface="Arial" panose="020B0604020202020204" pitchFamily="34" charset="0"/>
        <a:buChar char="•"/>
        <a:defRPr sz="2100" kern="1200">
          <a:solidFill>
            <a:schemeClr val="tx1"/>
          </a:solidFill>
          <a:latin typeface="+mn-lt"/>
          <a:ea typeface="+mn-ea"/>
          <a:cs typeface="+mn-cs"/>
        </a:defRPr>
      </a:lvl1pPr>
      <a:lvl2pPr marL="514350" indent="-171450" algn="l" defTabSz="685800" rtl="0" eaLnBrk="1" latinLnBrk="0" hangingPunct="1">
        <a:lnSpc>
          <a:spcPct val="90000"/>
        </a:lnSpc>
        <a:spcBef>
          <a:spcPts val="375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857250" indent="-171450" algn="l" defTabSz="685800" rtl="0" eaLnBrk="1" latinLnBrk="0" hangingPunct="1">
        <a:lnSpc>
          <a:spcPct val="90000"/>
        </a:lnSpc>
        <a:spcBef>
          <a:spcPts val="375"/>
        </a:spcBef>
        <a:buFont typeface="Arial" panose="020B0604020202020204" pitchFamily="34" charset="0"/>
        <a:buChar char="•"/>
        <a:defRPr sz="1500" kern="1200">
          <a:solidFill>
            <a:schemeClr val="tx1"/>
          </a:solidFill>
          <a:latin typeface="+mn-lt"/>
          <a:ea typeface="+mn-ea"/>
          <a:cs typeface="+mn-cs"/>
        </a:defRPr>
      </a:lvl3pPr>
      <a:lvl4pPr marL="1200150" indent="-171450" algn="l" defTabSz="685800" rtl="0" eaLnBrk="1" latinLnBrk="0" hangingPunct="1">
        <a:lnSpc>
          <a:spcPct val="90000"/>
        </a:lnSpc>
        <a:spcBef>
          <a:spcPts val="375"/>
        </a:spcBef>
        <a:buFont typeface="Arial" panose="020B0604020202020204" pitchFamily="34" charset="0"/>
        <a:buChar char="•"/>
        <a:defRPr sz="1350" kern="1200">
          <a:solidFill>
            <a:schemeClr val="tx1"/>
          </a:solidFill>
          <a:latin typeface="+mn-lt"/>
          <a:ea typeface="+mn-ea"/>
          <a:cs typeface="+mn-cs"/>
        </a:defRPr>
      </a:lvl4pPr>
      <a:lvl5pPr marL="1543050" indent="-171450" algn="l" defTabSz="685800" rtl="0" eaLnBrk="1" latinLnBrk="0" hangingPunct="1">
        <a:lnSpc>
          <a:spcPct val="90000"/>
        </a:lnSpc>
        <a:spcBef>
          <a:spcPts val="375"/>
        </a:spcBef>
        <a:buFont typeface="Arial" panose="020B0604020202020204" pitchFamily="34" charset="0"/>
        <a:buChar char="•"/>
        <a:defRPr sz="1350" kern="1200">
          <a:solidFill>
            <a:schemeClr val="tx1"/>
          </a:solidFill>
          <a:latin typeface="+mn-lt"/>
          <a:ea typeface="+mn-ea"/>
          <a:cs typeface="+mn-cs"/>
        </a:defRPr>
      </a:lvl5pPr>
      <a:lvl6pPr marL="1885950" indent="-171450" algn="l" defTabSz="685800" rtl="0" eaLnBrk="1" latinLnBrk="0" hangingPunct="1">
        <a:lnSpc>
          <a:spcPct val="90000"/>
        </a:lnSpc>
        <a:spcBef>
          <a:spcPts val="375"/>
        </a:spcBef>
        <a:buFont typeface="Arial" panose="020B0604020202020204" pitchFamily="34" charset="0"/>
        <a:buChar char="•"/>
        <a:defRPr sz="1350" kern="1200">
          <a:solidFill>
            <a:schemeClr val="tx1"/>
          </a:solidFill>
          <a:latin typeface="+mn-lt"/>
          <a:ea typeface="+mn-ea"/>
          <a:cs typeface="+mn-cs"/>
        </a:defRPr>
      </a:lvl6pPr>
      <a:lvl7pPr marL="2228850" indent="-171450" algn="l" defTabSz="685800" rtl="0" eaLnBrk="1" latinLnBrk="0" hangingPunct="1">
        <a:lnSpc>
          <a:spcPct val="90000"/>
        </a:lnSpc>
        <a:spcBef>
          <a:spcPts val="375"/>
        </a:spcBef>
        <a:buFont typeface="Arial" panose="020B0604020202020204" pitchFamily="34" charset="0"/>
        <a:buChar char="•"/>
        <a:defRPr sz="1350" kern="1200">
          <a:solidFill>
            <a:schemeClr val="tx1"/>
          </a:solidFill>
          <a:latin typeface="+mn-lt"/>
          <a:ea typeface="+mn-ea"/>
          <a:cs typeface="+mn-cs"/>
        </a:defRPr>
      </a:lvl7pPr>
      <a:lvl8pPr marL="2571750" indent="-171450" algn="l" defTabSz="685800" rtl="0" eaLnBrk="1" latinLnBrk="0" hangingPunct="1">
        <a:lnSpc>
          <a:spcPct val="90000"/>
        </a:lnSpc>
        <a:spcBef>
          <a:spcPts val="375"/>
        </a:spcBef>
        <a:buFont typeface="Arial" panose="020B0604020202020204" pitchFamily="34" charset="0"/>
        <a:buChar char="•"/>
        <a:defRPr sz="1350" kern="1200">
          <a:solidFill>
            <a:schemeClr val="tx1"/>
          </a:solidFill>
          <a:latin typeface="+mn-lt"/>
          <a:ea typeface="+mn-ea"/>
          <a:cs typeface="+mn-cs"/>
        </a:defRPr>
      </a:lvl8pPr>
      <a:lvl9pPr marL="2914650" indent="-171450" algn="l" defTabSz="685800" rtl="0" eaLnBrk="1" latinLnBrk="0" hangingPunct="1">
        <a:lnSpc>
          <a:spcPct val="90000"/>
        </a:lnSpc>
        <a:spcBef>
          <a:spcPts val="375"/>
        </a:spcBef>
        <a:buFont typeface="Arial" panose="020B0604020202020204" pitchFamily="34" charset="0"/>
        <a:buChar char="•"/>
        <a:defRPr sz="135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6858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1pPr>
      <a:lvl2pPr marL="342900" algn="l" defTabSz="6858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2pPr>
      <a:lvl3pPr marL="685800" algn="l" defTabSz="6858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3pPr>
      <a:lvl4pPr marL="1028700" algn="l" defTabSz="6858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4pPr>
      <a:lvl5pPr marL="1371600" algn="l" defTabSz="6858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5pPr>
      <a:lvl6pPr marL="1714500" algn="l" defTabSz="6858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6pPr>
      <a:lvl7pPr marL="2057400" algn="l" defTabSz="6858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7pPr>
      <a:lvl8pPr marL="2400300" algn="l" defTabSz="6858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8pPr>
      <a:lvl9pPr marL="2743200" algn="l" defTabSz="6858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.xml.rels><?xml version="1.0" encoding="UTF-8" standalone="yes"?>
<Relationships xmlns="http://schemas.openxmlformats.org/package/2006/relationships"><Relationship Id="rId3" Type="http://schemas.openxmlformats.org/officeDocument/2006/relationships/diagramLayout" Target="../diagrams/layout1.xml"/><Relationship Id="rId2" Type="http://schemas.openxmlformats.org/officeDocument/2006/relationships/diagramData" Target="../diagrams/data1.xml"/><Relationship Id="rId1" Type="http://schemas.openxmlformats.org/officeDocument/2006/relationships/slideLayout" Target="../slideLayouts/slideLayout2.xml"/><Relationship Id="rId6" Type="http://schemas.microsoft.com/office/2007/relationships/diagramDrawing" Target="../diagrams/drawing1.xml"/><Relationship Id="rId5" Type="http://schemas.openxmlformats.org/officeDocument/2006/relationships/diagramColors" Target="../diagrams/colors1.xml"/><Relationship Id="rId4" Type="http://schemas.openxmlformats.org/officeDocument/2006/relationships/diagramQuickStyle" Target="../diagrams/quickStyle1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chart" Target="../charts/chart1.xml"/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chart" Target="../charts/chart2.xml"/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diagramLayout" Target="../diagrams/layout2.xml"/><Relationship Id="rId2" Type="http://schemas.openxmlformats.org/officeDocument/2006/relationships/diagramData" Target="../diagrams/data2.xml"/><Relationship Id="rId1" Type="http://schemas.openxmlformats.org/officeDocument/2006/relationships/slideLayout" Target="../slideLayouts/slideLayout2.xml"/><Relationship Id="rId6" Type="http://schemas.microsoft.com/office/2007/relationships/diagramDrawing" Target="../diagrams/drawing2.xml"/><Relationship Id="rId5" Type="http://schemas.openxmlformats.org/officeDocument/2006/relationships/diagramColors" Target="../diagrams/colors2.xml"/><Relationship Id="rId4" Type="http://schemas.openxmlformats.org/officeDocument/2006/relationships/diagramQuickStyle" Target="../diagrams/quickStyle2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907704" y="365126"/>
            <a:ext cx="7056784" cy="975641"/>
          </a:xfrm>
        </p:spPr>
        <p:txBody>
          <a:bodyPr lIns="91440" tIns="45720" rIns="91440" bIns="45720" anchor="ctr"/>
          <a:lstStyle/>
          <a:p>
            <a:r>
              <a:rPr lang="de-DE" altLang="en-US" dirty="0">
                <a:latin typeface="Calibri"/>
                <a:ea typeface="Calibri"/>
                <a:cs typeface="Calibri"/>
              </a:rPr>
              <a:t>Sprint Review - Sprint 4</a:t>
            </a:r>
            <a:endParaRPr lang="de-DE" altLang="en-US" dirty="0">
              <a:latin typeface="Calibri" panose="020F0502020204030204" charset="0"/>
            </a:endParaRPr>
          </a:p>
        </p:txBody>
      </p:sp>
      <p:sp>
        <p:nvSpPr>
          <p:cNvPr id="4" name="Rectangle 2"/>
          <p:cNvSpPr txBox="1">
            <a:spLocks noChangeArrowheads="1"/>
          </p:cNvSpPr>
          <p:nvPr/>
        </p:nvSpPr>
        <p:spPr bwMode="auto">
          <a:xfrm>
            <a:off x="685800" y="2132856"/>
            <a:ext cx="7772400" cy="252028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vert="horz" wrap="square" lIns="91440" tIns="45720" rIns="91440" bIns="45720" numCol="1" anchor="t" anchorCtr="0" compatLnSpc="1">
            <a:normAutofit/>
          </a:bodyPr>
          <a:lstStyle>
            <a:lvl1pPr algn="l" defTabSz="6858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33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pPr algn="ctr"/>
            <a:r>
              <a:rPr lang="de-DE" sz="3600" dirty="0">
                <a:latin typeface="Calibri" panose="020F0502020204030204" charset="0"/>
              </a:rPr>
              <a:t>SYP Projekt</a:t>
            </a:r>
          </a:p>
          <a:p>
            <a:pPr algn="ctr"/>
            <a:endParaRPr lang="de-DE" altLang="de-AT" sz="3600" dirty="0">
              <a:latin typeface="Calibri" panose="020F0502020204030204" charset="0"/>
              <a:cs typeface="+mj-lt"/>
            </a:endParaRPr>
          </a:p>
          <a:p>
            <a:pPr algn="ctr"/>
            <a:r>
              <a:rPr lang="de-DE" altLang="de-AT" sz="3600" dirty="0">
                <a:cs typeface="+mj-lt"/>
              </a:rPr>
              <a:t>Sprint 4 (30.04 - 08.04)</a:t>
            </a:r>
          </a:p>
          <a:p>
            <a:pPr algn="ctr"/>
            <a:endParaRPr lang="de-DE" altLang="de-AT" sz="3600" dirty="0">
              <a:cs typeface="+mj-lt"/>
            </a:endParaRPr>
          </a:p>
        </p:txBody>
      </p:sp>
      <p:sp>
        <p:nvSpPr>
          <p:cNvPr id="9" name="Footer Placeholder 8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pPr>
              <a:defRPr/>
            </a:pPr>
            <a:r>
              <a:rPr lang="de-DE"/>
              <a:t>DI(FH) Falkensteiner Markus</a:t>
            </a:r>
          </a:p>
        </p:txBody>
      </p:sp>
      <p:sp>
        <p:nvSpPr>
          <p:cNvPr id="10" name="Slide Number Placeholder 9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>
              <a:defRPr/>
            </a:pPr>
            <a:fld id="{AE4538FE-AEB4-413B-B741-EC1BAEEF6B8F}" type="slidenum">
              <a:rPr lang="de-AT" smtClean="0"/>
              <a:t>1</a:t>
            </a:fld>
            <a:endParaRPr lang="de-AT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907704" y="365127"/>
            <a:ext cx="6607646" cy="759618"/>
          </a:xfr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de-DE" altLang="en-US" b="1" kern="1200"/>
              <a:t>Sprint Ziele</a:t>
            </a:r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>
          <a:xfrm>
            <a:off x="3028950" y="6356351"/>
            <a:ext cx="3086100" cy="365125"/>
          </a:xfrm>
        </p:spPr>
        <p:txBody>
          <a:bodyPr vert="horz" lIns="91440" tIns="45720" rIns="91440" bIns="45720" rtlCol="0" anchor="ctr">
            <a:normAutofit/>
          </a:bodyPr>
          <a:lstStyle/>
          <a:p>
            <a:pPr>
              <a:spcAft>
                <a:spcPts val="600"/>
              </a:spcAft>
              <a:defRPr/>
            </a:pPr>
            <a:r>
              <a:rPr lang="de-DE" kern="1200"/>
              <a:t>DI(FH) Falkensteiner Markus</a:t>
            </a:r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>
          <a:xfrm>
            <a:off x="6457950" y="6356351"/>
            <a:ext cx="2057400" cy="365125"/>
          </a:xfrm>
        </p:spPr>
        <p:txBody>
          <a:bodyPr vert="horz" lIns="91440" tIns="45720" rIns="91440" bIns="45720" rtlCol="0" anchor="ctr">
            <a:normAutofit/>
          </a:bodyPr>
          <a:lstStyle/>
          <a:p>
            <a:pPr>
              <a:spcAft>
                <a:spcPts val="600"/>
              </a:spcAft>
              <a:defRPr/>
            </a:pPr>
            <a:fld id="{AE4538FE-AEB4-413B-B741-EC1BAEEF6B8F}" type="slidenum">
              <a:rPr lang="de-AT" kern="1200"/>
              <a:pPr>
                <a:spcAft>
                  <a:spcPts val="600"/>
                </a:spcAft>
                <a:defRPr/>
              </a:pPr>
              <a:t>2</a:t>
            </a:fld>
            <a:endParaRPr lang="de-AT" kern="1200"/>
          </a:p>
        </p:txBody>
      </p:sp>
      <p:graphicFrame>
        <p:nvGraphicFramePr>
          <p:cNvPr id="12" name="Text Box 2">
            <a:extLst>
              <a:ext uri="{FF2B5EF4-FFF2-40B4-BE49-F238E27FC236}">
                <a16:creationId xmlns:a16="http://schemas.microsoft.com/office/drawing/2014/main" id="{E0ECFA66-2631-DA02-3211-09773E9AF8B3}"/>
              </a:ext>
            </a:extLst>
          </p:cNvPr>
          <p:cNvGraphicFramePr/>
          <p:nvPr>
            <p:extLst>
              <p:ext uri="{D42A27DB-BD31-4B8C-83A1-F6EECF244321}">
                <p14:modId xmlns:p14="http://schemas.microsoft.com/office/powerpoint/2010/main" val="4201476884"/>
              </p:ext>
            </p:extLst>
          </p:nvPr>
        </p:nvGraphicFramePr>
        <p:xfrm>
          <a:off x="628650" y="1556792"/>
          <a:ext cx="7886700" cy="4620171"/>
        </p:xfrm>
        <a:graphic>
          <a:graphicData uri="http://schemas.openxmlformats.org/drawingml/2006/diagram">
            <dgm:relIds xmlns:dgm="http://schemas.openxmlformats.org/drawingml/2006/diagram" xmlns:r="http://schemas.openxmlformats.org/officeDocument/2006/relationships" r:dm="rId2" r:lo="rId3" r:qs="rId4" r:cs="rId5"/>
          </a:graphicData>
        </a:graphic>
      </p:graphicFrame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de-DE" altLang="en-US" err="1">
                <a:cs typeface="+mj-lt"/>
              </a:rPr>
              <a:t>Sprint Review</a:t>
            </a:r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pPr>
              <a:defRPr/>
            </a:pPr>
            <a:r>
              <a:rPr lang="de-DE"/>
              <a:t>DI(FH) Falkensteiner Markus</a:t>
            </a:r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>
              <a:defRPr/>
            </a:pPr>
            <a:fld id="{AE4538FE-AEB4-413B-B741-EC1BAEEF6B8F}" type="slidenum">
              <a:rPr lang="de-AT" smtClean="0"/>
              <a:t>3</a:t>
            </a:fld>
            <a:endParaRPr lang="de-AT"/>
          </a:p>
        </p:txBody>
      </p:sp>
      <p:sp>
        <p:nvSpPr>
          <p:cNvPr id="3" name="Text Box 2"/>
          <p:cNvSpPr txBox="1"/>
          <p:nvPr/>
        </p:nvSpPr>
        <p:spPr>
          <a:xfrm>
            <a:off x="611505" y="1628775"/>
            <a:ext cx="8223250" cy="30670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indent="0">
              <a:buFont typeface="Arial" panose="020B0604020202020204" pitchFamily="34" charset="0"/>
              <a:buNone/>
            </a:pPr>
            <a:r>
              <a:rPr lang="de-DE" altLang="en-US" sz="1400" b="1">
                <a:latin typeface="Calibri" panose="020F0502020204030204" charset="0"/>
              </a:rPr>
              <a:t>User Stories - Sprint 2.</a:t>
            </a:r>
            <a:endParaRPr lang="de-DE" altLang="en-US">
              <a:latin typeface="Calibri" panose="020F0502020204030204" charset="0"/>
            </a:endParaRPr>
          </a:p>
        </p:txBody>
      </p:sp>
      <p:graphicFrame>
        <p:nvGraphicFramePr>
          <p:cNvPr id="4" name="Table 3"/>
          <p:cNvGraphicFramePr/>
          <p:nvPr>
            <p:extLst>
              <p:ext uri="{D42A27DB-BD31-4B8C-83A1-F6EECF244321}">
                <p14:modId xmlns:p14="http://schemas.microsoft.com/office/powerpoint/2010/main" val="348748795"/>
              </p:ext>
            </p:extLst>
          </p:nvPr>
        </p:nvGraphicFramePr>
        <p:xfrm>
          <a:off x="683895" y="2132965"/>
          <a:ext cx="7688946" cy="227330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437919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1313815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2461260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  <a:gridCol w="1033272">
                  <a:extLst>
                    <a:ext uri="{9D8B030D-6E8A-4147-A177-3AD203B41FA5}">
                      <a16:colId xmlns:a16="http://schemas.microsoft.com/office/drawing/2014/main" val="20003"/>
                    </a:ext>
                  </a:extLst>
                </a:gridCol>
                <a:gridCol w="1442680">
                  <a:extLst>
                    <a:ext uri="{9D8B030D-6E8A-4147-A177-3AD203B41FA5}">
                      <a16:colId xmlns:a16="http://schemas.microsoft.com/office/drawing/2014/main" val="20004"/>
                    </a:ext>
                  </a:extLst>
                </a:gridCol>
              </a:tblGrid>
              <a:tr h="444500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de-DE" altLang="en-US">
                          <a:latin typeface="Calibri" panose="020F0502020204030204" charset="0"/>
                        </a:rPr>
                        <a:t>User Story Name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de-DE" altLang="en-US">
                          <a:latin typeface="Calibri"/>
                        </a:rPr>
                        <a:t>Bearbeitet von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de-DE" altLang="en-US">
                          <a:latin typeface="Calibri"/>
                        </a:rPr>
                        <a:t>User Story Text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de-DE" altLang="en-US" err="1">
                          <a:latin typeface="Calibri"/>
                        </a:rPr>
                        <a:t>StoryPoints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de-DE" altLang="en-US">
                          <a:latin typeface="Calibri"/>
                        </a:rPr>
                        <a:t>Status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444500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de-DE" altLang="en-US" dirty="0">
                          <a:latin typeface="Calibri" panose="020F0502020204030204" charset="0"/>
                        </a:rPr>
                        <a:t>Datenbank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de-DE" altLang="en-US" dirty="0">
                          <a:latin typeface="Calibri" panose="020F0502020204030204" charset="0"/>
                        </a:rPr>
                        <a:t>Hafner, Eder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lvl="0"/>
                      <a:r>
                        <a:rPr lang="de-DE" dirty="0"/>
                        <a:t>Einrichten einer Datenbank, um alle relevanten Informationen wie Routen, Sensordaten und Einstellungen effizient zu speichern und abzurufen. Gespeicherte </a:t>
                      </a:r>
                      <a:r>
                        <a:rPr lang="de-DE" dirty="0" err="1"/>
                        <a:t>Map</a:t>
                      </a:r>
                      <a:r>
                        <a:rPr lang="de-DE" dirty="0"/>
                        <a:t> abfahren</a:t>
                      </a:r>
                      <a:endParaRPr 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de-DE" altLang="en-US" dirty="0">
                          <a:latin typeface="Calibri" panose="020F0502020204030204" charset="0"/>
                        </a:rPr>
                        <a:t>60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de-DE" altLang="en-US">
                          <a:solidFill>
                            <a:schemeClr val="tx1"/>
                          </a:solidFill>
                          <a:highlight>
                            <a:srgbClr val="00FF00"/>
                          </a:highlight>
                          <a:latin typeface="Calibri" panose="020F0502020204030204" charset="0"/>
                        </a:rPr>
                        <a:t>erledigt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443865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de-DE" altLang="en-US" dirty="0">
                          <a:latin typeface="Calibri" panose="020F0502020204030204" charset="0"/>
                        </a:rPr>
                        <a:t>Sensordaten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de-DE" altLang="en-US" dirty="0" err="1">
                          <a:latin typeface="Calibri" panose="020F0502020204030204" charset="0"/>
                        </a:rPr>
                        <a:t>Ellmauthaler</a:t>
                      </a:r>
                      <a:endParaRPr lang="de-DE" altLang="en-US" dirty="0">
                        <a:latin typeface="Calibri" panose="020F0502020204030204" charset="0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de-DE" altLang="en-US">
                          <a:latin typeface="Calibri" panose="020F0502020204030204" charset="0"/>
                        </a:rPr>
                        <a:t>Das auslesen und speichern von Sensordaten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de-DE" altLang="en-US" dirty="0">
                          <a:latin typeface="Calibri" panose="020F0502020204030204" charset="0"/>
                        </a:rPr>
                        <a:t>10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de-DE" altLang="en-US" dirty="0">
                          <a:solidFill>
                            <a:schemeClr val="tx1"/>
                          </a:solidFill>
                          <a:highlight>
                            <a:srgbClr val="00FF00"/>
                          </a:highlight>
                          <a:latin typeface="+mn-lt"/>
                        </a:rPr>
                        <a:t>erledigt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3605824261"/>
                  </a:ext>
                </a:extLst>
              </a:tr>
            </a:tbl>
          </a:graphicData>
        </a:graphic>
      </p:graphicFrame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de-DE" altLang="en-US"/>
              <a:t>Sprint </a:t>
            </a:r>
            <a:r>
              <a:rPr lang="de-DE" altLang="en-US" err="1"/>
              <a:t>Burndown</a:t>
            </a:r>
            <a:r>
              <a:rPr lang="de-DE" altLang="en-US"/>
              <a:t>-Chart</a:t>
            </a:r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 vert="horz" lIns="91440" tIns="45720" rIns="91440" bIns="45720" rtlCol="0" anchor="ctr">
            <a:normAutofit/>
          </a:bodyPr>
          <a:lstStyle/>
          <a:p>
            <a:pPr>
              <a:spcAft>
                <a:spcPts val="600"/>
              </a:spcAft>
              <a:defRPr/>
            </a:pPr>
            <a:r>
              <a:rPr lang="de-DE" kern="1200">
                <a:latin typeface="+mn-lt"/>
                <a:ea typeface="+mn-ea"/>
                <a:cs typeface="+mn-cs"/>
              </a:rPr>
              <a:t>DI(FH) Falkensteiner Markus</a:t>
            </a:r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 vert="horz" lIns="91440" tIns="45720" rIns="91440" bIns="45720" rtlCol="0" anchor="ctr">
            <a:normAutofit/>
          </a:bodyPr>
          <a:lstStyle/>
          <a:p>
            <a:pPr>
              <a:spcAft>
                <a:spcPts val="600"/>
              </a:spcAft>
              <a:defRPr/>
            </a:pPr>
            <a:fld id="{AE4538FE-AEB4-413B-B741-EC1BAEEF6B8F}" type="slidenum">
              <a:rPr lang="de-AT" smtClean="0"/>
              <a:pPr>
                <a:spcAft>
                  <a:spcPts val="600"/>
                </a:spcAft>
                <a:defRPr/>
              </a:pPr>
              <a:t>4</a:t>
            </a:fld>
            <a:endParaRPr lang="de-AT"/>
          </a:p>
        </p:txBody>
      </p:sp>
      <p:sp>
        <p:nvSpPr>
          <p:cNvPr id="5" name="TextBox 4"/>
          <p:cNvSpPr txBox="1"/>
          <p:nvPr/>
        </p:nvSpPr>
        <p:spPr>
          <a:xfrm>
            <a:off x="5004048" y="1825625"/>
            <a:ext cx="38862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marL="171450" indent="-171450" defTabSz="685800">
              <a:lnSpc>
                <a:spcPct val="90000"/>
              </a:lnSpc>
              <a:spcBef>
                <a:spcPts val="750"/>
              </a:spcBef>
              <a:buFont typeface="Arial" panose="020B0604020202020204" pitchFamily="34" charset="0"/>
              <a:buChar char="•"/>
            </a:pPr>
            <a:r>
              <a:rPr lang="de-DE" sz="2100" noProof="0" dirty="0"/>
              <a:t>Geplante </a:t>
            </a:r>
            <a:r>
              <a:rPr lang="de-DE" sz="2100" noProof="0" dirty="0" err="1"/>
              <a:t>Storypoints</a:t>
            </a:r>
            <a:r>
              <a:rPr lang="de-DE" sz="2100" noProof="0" dirty="0"/>
              <a:t>:	70</a:t>
            </a:r>
          </a:p>
          <a:p>
            <a:pPr marL="171450" indent="-171450" defTabSz="685800">
              <a:lnSpc>
                <a:spcPct val="90000"/>
              </a:lnSpc>
              <a:spcBef>
                <a:spcPts val="750"/>
              </a:spcBef>
              <a:buFont typeface="Arial" panose="020B0604020202020204" pitchFamily="34" charset="0"/>
              <a:buChar char="•"/>
            </a:pPr>
            <a:r>
              <a:rPr lang="de-DE" sz="2100" noProof="0" dirty="0"/>
              <a:t>Erledigte </a:t>
            </a:r>
            <a:r>
              <a:rPr lang="de-DE" sz="2100" noProof="0" dirty="0" err="1"/>
              <a:t>Storypoints</a:t>
            </a:r>
            <a:r>
              <a:rPr lang="de-DE" sz="2100" dirty="0"/>
              <a:t>:	70</a:t>
            </a:r>
            <a:endParaRPr lang="de-DE" sz="2100" noProof="0" dirty="0"/>
          </a:p>
          <a:p>
            <a:pPr marL="171450" indent="-171450" defTabSz="685800">
              <a:lnSpc>
                <a:spcPct val="90000"/>
              </a:lnSpc>
              <a:spcBef>
                <a:spcPts val="750"/>
              </a:spcBef>
              <a:buFont typeface="Arial" panose="020B0604020202020204" pitchFamily="34" charset="0"/>
              <a:buChar char="•"/>
            </a:pPr>
            <a:r>
              <a:rPr lang="de-DE" sz="2100" noProof="0" dirty="0"/>
              <a:t>Offene </a:t>
            </a:r>
            <a:r>
              <a:rPr lang="de-DE" sz="2100" noProof="0" dirty="0" err="1"/>
              <a:t>Storypoints</a:t>
            </a:r>
            <a:r>
              <a:rPr lang="de-DE" sz="2100" noProof="0" dirty="0"/>
              <a:t>:</a:t>
            </a:r>
            <a:r>
              <a:rPr lang="de-DE" sz="2100" dirty="0"/>
              <a:t>	0</a:t>
            </a:r>
            <a:endParaRPr lang="de-DE" sz="2100" noProof="0" dirty="0"/>
          </a:p>
          <a:p>
            <a:pPr marL="171450" indent="-171450" defTabSz="685800">
              <a:lnSpc>
                <a:spcPct val="90000"/>
              </a:lnSpc>
              <a:spcBef>
                <a:spcPts val="750"/>
              </a:spcBef>
              <a:buFont typeface="Arial" panose="020B0604020202020204" pitchFamily="34" charset="0"/>
              <a:buChar char="•"/>
            </a:pPr>
            <a:endParaRPr lang="de-DE" sz="2100" noProof="0" dirty="0"/>
          </a:p>
          <a:p>
            <a:pPr marL="171450" indent="-171450" defTabSz="685800">
              <a:lnSpc>
                <a:spcPct val="90000"/>
              </a:lnSpc>
              <a:spcBef>
                <a:spcPts val="750"/>
              </a:spcBef>
              <a:buFont typeface="Arial" panose="020B0604020202020204" pitchFamily="34" charset="0"/>
              <a:buChar char="•"/>
            </a:pPr>
            <a:r>
              <a:rPr lang="de-DE" sz="2100" noProof="0" dirty="0"/>
              <a:t>Verbleibende </a:t>
            </a:r>
            <a:r>
              <a:rPr lang="de-DE" sz="2100" noProof="0" dirty="0" err="1"/>
              <a:t>Storypoints</a:t>
            </a:r>
            <a:r>
              <a:rPr lang="de-DE" sz="2100" noProof="0" dirty="0"/>
              <a:t> in </a:t>
            </a:r>
            <a:r>
              <a:rPr lang="de-DE" sz="2100" noProof="0" dirty="0" err="1"/>
              <a:t>Product</a:t>
            </a:r>
            <a:r>
              <a:rPr lang="de-DE" sz="2100" noProof="0" dirty="0"/>
              <a:t> Backlog:	</a:t>
            </a:r>
            <a:r>
              <a:rPr lang="de-DE" sz="2100" dirty="0"/>
              <a:t>100</a:t>
            </a:r>
            <a:endParaRPr lang="de-DE" sz="2100" noProof="0" dirty="0"/>
          </a:p>
          <a:p>
            <a:pPr marL="171450" indent="-171450" defTabSz="685800">
              <a:lnSpc>
                <a:spcPct val="90000"/>
              </a:lnSpc>
              <a:spcBef>
                <a:spcPts val="750"/>
              </a:spcBef>
              <a:buFont typeface="Arial" panose="020B0604020202020204" pitchFamily="34" charset="0"/>
              <a:buChar char="•"/>
            </a:pPr>
            <a:endParaRPr lang="en-US" sz="2100" dirty="0"/>
          </a:p>
        </p:txBody>
      </p:sp>
      <p:graphicFrame>
        <p:nvGraphicFramePr>
          <p:cNvPr id="3" name="Diagramm 2">
            <a:extLst>
              <a:ext uri="{FF2B5EF4-FFF2-40B4-BE49-F238E27FC236}">
                <a16:creationId xmlns:a16="http://schemas.microsoft.com/office/drawing/2014/main" id="{B2AF9E64-547F-ACC7-F033-8065BA025A46}"/>
              </a:ext>
            </a:extLst>
          </p:cNvPr>
          <p:cNvGraphicFramePr>
            <a:graphicFrameLocks/>
          </p:cNvGraphicFramePr>
          <p:nvPr>
            <p:extLst>
              <p:ext uri="{D42A27DB-BD31-4B8C-83A1-F6EECF244321}">
                <p14:modId xmlns:p14="http://schemas.microsoft.com/office/powerpoint/2010/main" val="2393703960"/>
              </p:ext>
            </p:extLst>
          </p:nvPr>
        </p:nvGraphicFramePr>
        <p:xfrm>
          <a:off x="117988" y="2272553"/>
          <a:ext cx="5004048" cy="3457481"/>
        </p:xfrm>
        <a:graphic>
          <a:graphicData uri="http://schemas.openxmlformats.org/drawingml/2006/chart">
            <c:chart xmlns:c="http://schemas.openxmlformats.org/drawingml/2006/chart" xmlns:r="http://schemas.openxmlformats.org/officeDocument/2006/relationships" r:id="rId2"/>
          </a:graphicData>
        </a:graphic>
      </p:graphicFrame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de-DE" altLang="en-US">
                <a:latin typeface="Calibri" panose="020F0502020204030204" charset="0"/>
              </a:rPr>
              <a:t>Sprint Velocity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39552" y="1628800"/>
            <a:ext cx="7060565" cy="954107"/>
          </a:xfrm>
          <a:prstGeom prst="rect">
            <a:avLst/>
          </a:prstGeom>
          <a:noFill/>
        </p:spPr>
        <p:txBody>
          <a:bodyPr wrap="square" lIns="91440" tIns="45720" rIns="91440" bIns="45720" rtlCol="0" anchor="t">
            <a:spAutoFit/>
          </a:bodyPr>
          <a:lstStyle/>
          <a:p>
            <a:r>
              <a:rPr lang="de-DE" sz="1400" dirty="0">
                <a:latin typeface="Calibri"/>
                <a:ea typeface="Calibri"/>
                <a:cs typeface="Calibri"/>
              </a:rPr>
              <a:t>Velocity Sprint 1:	61</a:t>
            </a:r>
          </a:p>
          <a:p>
            <a:r>
              <a:rPr lang="de-DE" sz="1400" dirty="0">
                <a:latin typeface="Calibri"/>
                <a:ea typeface="Calibri"/>
                <a:cs typeface="Calibri"/>
              </a:rPr>
              <a:t>Velocity Sprint 2:	65</a:t>
            </a:r>
          </a:p>
          <a:p>
            <a:r>
              <a:rPr lang="de-DE" sz="1400" dirty="0">
                <a:latin typeface="Calibri"/>
                <a:ea typeface="Calibri"/>
                <a:cs typeface="Calibri"/>
              </a:rPr>
              <a:t>Velocity Sprint 3:	70</a:t>
            </a:r>
          </a:p>
          <a:p>
            <a:r>
              <a:rPr lang="de-DE" sz="1400" dirty="0">
                <a:latin typeface="Calibri"/>
                <a:ea typeface="Calibri"/>
                <a:cs typeface="Calibri"/>
              </a:rPr>
              <a:t>Velocity Sprint 1-n:	65,3</a:t>
            </a:r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pPr>
              <a:defRPr/>
            </a:pPr>
            <a:r>
              <a:rPr lang="de-DE"/>
              <a:t>DI(FH) Falkensteiner Markus</a:t>
            </a:r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>
              <a:defRPr/>
            </a:pPr>
            <a:fld id="{AE4538FE-AEB4-413B-B741-EC1BAEEF6B8F}" type="slidenum">
              <a:rPr lang="de-AT" smtClean="0"/>
              <a:t>5</a:t>
            </a:fld>
            <a:endParaRPr lang="de-AT"/>
          </a:p>
        </p:txBody>
      </p:sp>
      <p:graphicFrame>
        <p:nvGraphicFramePr>
          <p:cNvPr id="3" name="Diagramm 2">
            <a:extLst>
              <a:ext uri="{FF2B5EF4-FFF2-40B4-BE49-F238E27FC236}">
                <a16:creationId xmlns:a16="http://schemas.microsoft.com/office/drawing/2014/main" id="{AB5CA1AE-92B2-CEC7-3A55-2AE2F8EA1513}"/>
              </a:ext>
              <a:ext uri="{147F2762-F138-4A5C-976F-8EAC2B608ADB}">
                <a16:predDERef xmlns:a16="http://schemas.microsoft.com/office/drawing/2014/main" pred="{B2AF9E64-547F-ACC7-F033-8065BA025A46}"/>
              </a:ext>
            </a:extLst>
          </p:cNvPr>
          <p:cNvGraphicFramePr>
            <a:graphicFrameLocks/>
          </p:cNvGraphicFramePr>
          <p:nvPr>
            <p:extLst>
              <p:ext uri="{D42A27DB-BD31-4B8C-83A1-F6EECF244321}">
                <p14:modId xmlns:p14="http://schemas.microsoft.com/office/powerpoint/2010/main" val="4032206325"/>
              </p:ext>
            </p:extLst>
          </p:nvPr>
        </p:nvGraphicFramePr>
        <p:xfrm>
          <a:off x="2253771" y="2735890"/>
          <a:ext cx="4634036" cy="3241920"/>
        </p:xfrm>
        <a:graphic>
          <a:graphicData uri="http://schemas.openxmlformats.org/drawingml/2006/chart">
            <c:chart xmlns:c="http://schemas.openxmlformats.org/drawingml/2006/chart" xmlns:r="http://schemas.openxmlformats.org/officeDocument/2006/relationships" r:id="rId2"/>
          </a:graphicData>
        </a:graphic>
      </p:graphicFrame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907704" y="365127"/>
            <a:ext cx="6607646" cy="759618"/>
          </a:xfrm>
        </p:spPr>
        <p:txBody>
          <a:bodyPr anchor="ctr">
            <a:normAutofit/>
          </a:bodyPr>
          <a:lstStyle/>
          <a:p>
            <a:r>
              <a:rPr lang="de-DE" altLang="en-US"/>
              <a:t>Sprint Aufgaben</a:t>
            </a:r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>
          <a:xfrm>
            <a:off x="3028950" y="6356351"/>
            <a:ext cx="3086100" cy="365125"/>
          </a:xfrm>
        </p:spPr>
        <p:txBody>
          <a:bodyPr vert="horz" lIns="91440" tIns="45720" rIns="91440" bIns="45720" rtlCol="0" anchor="ctr">
            <a:normAutofit/>
          </a:bodyPr>
          <a:lstStyle/>
          <a:p>
            <a:pPr>
              <a:spcAft>
                <a:spcPts val="600"/>
              </a:spcAft>
              <a:defRPr/>
            </a:pPr>
            <a:r>
              <a:rPr lang="de-DE" kern="1200"/>
              <a:t>DI(FH) Falkensteiner Markus</a:t>
            </a:r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>
          <a:xfrm>
            <a:off x="6457950" y="6356351"/>
            <a:ext cx="2057400" cy="365125"/>
          </a:xfrm>
        </p:spPr>
        <p:txBody>
          <a:bodyPr vert="horz" lIns="91440" tIns="45720" rIns="91440" bIns="45720" rtlCol="0" anchor="ctr">
            <a:normAutofit/>
          </a:bodyPr>
          <a:lstStyle/>
          <a:p>
            <a:pPr>
              <a:spcAft>
                <a:spcPts val="600"/>
              </a:spcAft>
              <a:defRPr/>
            </a:pPr>
            <a:fld id="{AE4538FE-AEB4-413B-B741-EC1BAEEF6B8F}" type="slidenum">
              <a:rPr lang="de-AT" smtClean="0"/>
              <a:pPr>
                <a:spcAft>
                  <a:spcPts val="600"/>
                </a:spcAft>
                <a:defRPr/>
              </a:pPr>
              <a:t>6</a:t>
            </a:fld>
            <a:endParaRPr lang="de-AT"/>
          </a:p>
        </p:txBody>
      </p:sp>
      <p:graphicFrame>
        <p:nvGraphicFramePr>
          <p:cNvPr id="12" name="TextBox 4">
            <a:extLst>
              <a:ext uri="{FF2B5EF4-FFF2-40B4-BE49-F238E27FC236}">
                <a16:creationId xmlns:a16="http://schemas.microsoft.com/office/drawing/2014/main" id="{C95C0872-C4A8-5365-E54B-E93176C0434A}"/>
              </a:ext>
            </a:extLst>
          </p:cNvPr>
          <p:cNvGraphicFramePr/>
          <p:nvPr>
            <p:extLst>
              <p:ext uri="{D42A27DB-BD31-4B8C-83A1-F6EECF244321}">
                <p14:modId xmlns:p14="http://schemas.microsoft.com/office/powerpoint/2010/main" val="2450518628"/>
              </p:ext>
            </p:extLst>
          </p:nvPr>
        </p:nvGraphicFramePr>
        <p:xfrm>
          <a:off x="663621" y="1628062"/>
          <a:ext cx="8240047" cy="4620171"/>
        </p:xfrm>
        <a:graphic>
          <a:graphicData uri="http://schemas.openxmlformats.org/drawingml/2006/diagram">
            <dgm:relIds xmlns:dgm="http://schemas.openxmlformats.org/drawingml/2006/diagram" xmlns:r="http://schemas.openxmlformats.org/officeDocument/2006/relationships" r:dm="rId2" r:lo="rId3" r:qs="rId4" r:cs="rId5"/>
          </a:graphicData>
        </a:graphic>
      </p:graphicFrame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el 1">
            <a:extLst>
              <a:ext uri="{FF2B5EF4-FFF2-40B4-BE49-F238E27FC236}">
                <a16:creationId xmlns:a16="http://schemas.microsoft.com/office/drawing/2014/main" id="{A736BEAA-9DBD-3C9F-5A9B-0E7E5C7C83C3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de-AT"/>
              <a:t>Next </a:t>
            </a:r>
            <a:r>
              <a:rPr lang="de-AT" err="1"/>
              <a:t>Steps</a:t>
            </a:r>
            <a:endParaRPr lang="de-AT"/>
          </a:p>
        </p:txBody>
      </p:sp>
      <p:sp>
        <p:nvSpPr>
          <p:cNvPr id="3" name="Inhaltsplatzhalter 2">
            <a:extLst>
              <a:ext uri="{FF2B5EF4-FFF2-40B4-BE49-F238E27FC236}">
                <a16:creationId xmlns:a16="http://schemas.microsoft.com/office/drawing/2014/main" id="{9FAA49B0-7914-7593-24F5-A9D7BD6DE9EF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 vert="horz" lIns="91440" tIns="45720" rIns="91440" bIns="45720" rtlCol="0" anchor="t">
            <a:normAutofit/>
          </a:bodyPr>
          <a:lstStyle/>
          <a:p>
            <a:r>
              <a:rPr lang="de-AT" dirty="0"/>
              <a:t>Bug Fixing</a:t>
            </a:r>
          </a:p>
          <a:p>
            <a:pPr lvl="1"/>
            <a:r>
              <a:rPr lang="de-AT" dirty="0"/>
              <a:t>Mapping</a:t>
            </a:r>
          </a:p>
          <a:p>
            <a:pPr lvl="1"/>
            <a:r>
              <a:rPr lang="de-AT" dirty="0"/>
              <a:t>ev. Connections</a:t>
            </a:r>
          </a:p>
          <a:p>
            <a:pPr lvl="1"/>
            <a:r>
              <a:rPr lang="de-AT" dirty="0"/>
              <a:t>Datenbank</a:t>
            </a:r>
          </a:p>
          <a:p>
            <a:pPr lvl="2"/>
            <a:endParaRPr lang="de-AT" dirty="0"/>
          </a:p>
          <a:p>
            <a:r>
              <a:rPr lang="de-AT" dirty="0"/>
              <a:t>Dokumentation vervollständigen</a:t>
            </a:r>
          </a:p>
          <a:p>
            <a:endParaRPr lang="de-AT" dirty="0"/>
          </a:p>
          <a:p>
            <a:endParaRPr lang="de-AT" dirty="0"/>
          </a:p>
        </p:txBody>
      </p:sp>
      <p:sp>
        <p:nvSpPr>
          <p:cNvPr id="4" name="Fußzeilenplatzhalter 3">
            <a:extLst>
              <a:ext uri="{FF2B5EF4-FFF2-40B4-BE49-F238E27FC236}">
                <a16:creationId xmlns:a16="http://schemas.microsoft.com/office/drawing/2014/main" id="{2055101D-B10D-5A1C-4417-4EBF56932B66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pPr>
              <a:defRPr/>
            </a:pPr>
            <a:r>
              <a:rPr lang="de-DE"/>
              <a:t>DI(FH) Falkensteiner Markus</a:t>
            </a:r>
          </a:p>
        </p:txBody>
      </p:sp>
      <p:sp>
        <p:nvSpPr>
          <p:cNvPr id="5" name="Foliennummernplatzhalter 4">
            <a:extLst>
              <a:ext uri="{FF2B5EF4-FFF2-40B4-BE49-F238E27FC236}">
                <a16:creationId xmlns:a16="http://schemas.microsoft.com/office/drawing/2014/main" id="{65384396-CF3A-5395-4450-EA3752B0127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>
              <a:defRPr/>
            </a:pPr>
            <a:fld id="{AE4538FE-AEB4-413B-B741-EC1BAEEF6B8F}" type="slidenum">
              <a:rPr lang="de-AT" smtClean="0"/>
              <a:t>7</a:t>
            </a:fld>
            <a:endParaRPr lang="de-AT"/>
          </a:p>
        </p:txBody>
      </p:sp>
    </p:spTree>
    <p:extLst>
      <p:ext uri="{BB962C8B-B14F-4D97-AF65-F5344CB8AC3E}">
        <p14:creationId xmlns:p14="http://schemas.microsoft.com/office/powerpoint/2010/main" val="2046662241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el 1">
            <a:extLst>
              <a:ext uri="{FF2B5EF4-FFF2-40B4-BE49-F238E27FC236}">
                <a16:creationId xmlns:a16="http://schemas.microsoft.com/office/drawing/2014/main" id="{D99CB628-C254-E8DB-E239-D312A0197873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de-AT"/>
              <a:t>Ende</a:t>
            </a:r>
          </a:p>
        </p:txBody>
      </p:sp>
      <p:sp>
        <p:nvSpPr>
          <p:cNvPr id="3" name="Inhaltsplatzhalter 2">
            <a:extLst>
              <a:ext uri="{FF2B5EF4-FFF2-40B4-BE49-F238E27FC236}">
                <a16:creationId xmlns:a16="http://schemas.microsoft.com/office/drawing/2014/main" id="{2C231336-FBF7-669B-4E31-358737C421C4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>
            <a:normAutofit/>
          </a:bodyPr>
          <a:lstStyle/>
          <a:p>
            <a:pPr marL="0" indent="0" algn="ctr">
              <a:buNone/>
            </a:pPr>
            <a:r>
              <a:rPr lang="de-AT" sz="3200"/>
              <a:t>Vielen Dank für eure Aufmerksamkeit</a:t>
            </a:r>
          </a:p>
        </p:txBody>
      </p:sp>
      <p:sp>
        <p:nvSpPr>
          <p:cNvPr id="4" name="Fußzeilenplatzhalter 3">
            <a:extLst>
              <a:ext uri="{FF2B5EF4-FFF2-40B4-BE49-F238E27FC236}">
                <a16:creationId xmlns:a16="http://schemas.microsoft.com/office/drawing/2014/main" id="{7845A6A8-9603-8923-9CBE-9F52DB783B16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pPr>
              <a:defRPr/>
            </a:pPr>
            <a:r>
              <a:rPr lang="de-DE"/>
              <a:t>DI(FH) Falkensteiner Markus</a:t>
            </a:r>
          </a:p>
        </p:txBody>
      </p:sp>
      <p:sp>
        <p:nvSpPr>
          <p:cNvPr id="5" name="Foliennummernplatzhalter 4">
            <a:extLst>
              <a:ext uri="{FF2B5EF4-FFF2-40B4-BE49-F238E27FC236}">
                <a16:creationId xmlns:a16="http://schemas.microsoft.com/office/drawing/2014/main" id="{9112B5D5-8D98-F7DB-2C8D-5AF1E324519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>
              <a:defRPr/>
            </a:pPr>
            <a:fld id="{AE4538FE-AEB4-413B-B741-EC1BAEEF6B8F}" type="slidenum">
              <a:rPr lang="de-AT" smtClean="0"/>
              <a:t>8</a:t>
            </a:fld>
            <a:endParaRPr lang="de-AT"/>
          </a:p>
        </p:txBody>
      </p:sp>
    </p:spTree>
    <p:extLst>
      <p:ext uri="{BB962C8B-B14F-4D97-AF65-F5344CB8AC3E}">
        <p14:creationId xmlns:p14="http://schemas.microsoft.com/office/powerpoint/2010/main" val="3833746980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/>
        <a:ea typeface=""/>
        <a:cs typeface=""/>
        <a:font script="Jpan" typeface="Yu Gothic Light"/>
        <a:font script="Hang" typeface="맑은 고딕"/>
        <a:font script="Hans" typeface="DengXian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Yu Gothic"/>
        <a:font script="Hang" typeface="맑은 고딕"/>
        <a:font script="Hans" typeface="DengXian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3.xml><?xml version="1.0" encoding="utf-8"?>
<a:theme xmlns:a="http://schemas.openxmlformats.org/drawingml/2006/main" name="Larissa-Design">
  <a:themeElements>
    <a:clrScheme name="Larissa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Larissa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Larissa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customXml/_rels/item1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1.xml"/></Relationships>
</file>

<file path=customXml/_rels/item2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2.xml"/></Relationships>
</file>

<file path=customXml/_rels/item3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3.xml"/></Relationships>
</file>

<file path=customXml/item1.xml><?xml version="1.0" encoding="utf-8"?>
<?mso-contentType ?>
<FormTemplates xmlns="http://schemas.microsoft.com/sharepoint/v3/contenttype/forms">
  <Display>DocumentLibraryForm</Display>
  <Edit>DocumentLibraryForm</Edit>
  <New>DocumentLibraryForm</New>
</FormTemplates>
</file>

<file path=customXml/item2.xml><?xml version="1.0" encoding="utf-8"?>
<p:properties xmlns:p="http://schemas.microsoft.com/office/2006/metadata/properties" xmlns:xsi="http://www.w3.org/2001/XMLSchema-instance" xmlns:pc="http://schemas.microsoft.com/office/infopath/2007/PartnerControls">
  <documentManagement/>
</p:properties>
</file>

<file path=customXml/item3.xml><?xml version="1.0" encoding="utf-8"?>
<ct:contentTypeSchema xmlns:ct="http://schemas.microsoft.com/office/2006/metadata/contentType" xmlns:ma="http://schemas.microsoft.com/office/2006/metadata/properties/metaAttributes" ct:_="" ma:_="" ma:contentTypeName="Dokument" ma:contentTypeID="0x01010091FD76AC810CD946AFF2048135E5AED8" ma:contentTypeVersion="4" ma:contentTypeDescription="Ein neues Dokument erstellen." ma:contentTypeScope="" ma:versionID="f1a1cd72032fc8609ea7c3f0b5cd8b51">
  <xsd:schema xmlns:xsd="http://www.w3.org/2001/XMLSchema" xmlns:xs="http://www.w3.org/2001/XMLSchema" xmlns:p="http://schemas.microsoft.com/office/2006/metadata/properties" xmlns:ns2="e330c3bd-b73b-44bd-ae32-0c4bdfdcab8e" targetNamespace="http://schemas.microsoft.com/office/2006/metadata/properties" ma:root="true" ma:fieldsID="a8427e112a34e63d5c426854409c5fee" ns2:_="">
    <xsd:import namespace="e330c3bd-b73b-44bd-ae32-0c4bdfdcab8e"/>
    <xsd:element name="properties">
      <xsd:complexType>
        <xsd:sequence>
          <xsd:element name="documentManagement">
            <xsd:complexType>
              <xsd:all>
                <xsd:element ref="ns2:MediaServiceMetadata" minOccurs="0"/>
                <xsd:element ref="ns2:MediaServiceFastMetadata" minOccurs="0"/>
                <xsd:element ref="ns2:MediaServiceSearchProperties" minOccurs="0"/>
                <xsd:element ref="ns2:MediaServiceObjectDetectorVersions" minOccurs="0"/>
              </xsd:all>
            </xsd:complexType>
          </xsd:element>
        </xsd:sequence>
      </xsd:complexType>
    </xsd:element>
  </xsd:schema>
  <xsd:schema xmlns:xsd="http://www.w3.org/2001/XMLSchema" xmlns:xs="http://www.w3.org/2001/XMLSchema" xmlns:dms="http://schemas.microsoft.com/office/2006/documentManagement/types" xmlns:pc="http://schemas.microsoft.com/office/infopath/2007/PartnerControls" targetNamespace="e330c3bd-b73b-44bd-ae32-0c4bdfdcab8e" elementFormDefault="qualified">
    <xsd:import namespace="http://schemas.microsoft.com/office/2006/documentManagement/types"/>
    <xsd:import namespace="http://schemas.microsoft.com/office/infopath/2007/PartnerControls"/>
    <xsd:element name="MediaServiceMetadata" ma:index="8" nillable="true" ma:displayName="MediaServiceMetadata" ma:hidden="true" ma:internalName="MediaServiceMetadata" ma:readOnly="true">
      <xsd:simpleType>
        <xsd:restriction base="dms:Note"/>
      </xsd:simpleType>
    </xsd:element>
    <xsd:element name="MediaServiceFastMetadata" ma:index="9" nillable="true" ma:displayName="MediaServiceFastMetadata" ma:hidden="true" ma:internalName="MediaServiceFastMetadata" ma:readOnly="true">
      <xsd:simpleType>
        <xsd:restriction base="dms:Note"/>
      </xsd:simpleType>
    </xsd:element>
    <xsd:element name="MediaServiceSearchProperties" ma:index="10" nillable="true" ma:displayName="MediaServiceSearchProperties" ma:hidden="true" ma:internalName="MediaServiceSearchProperties" ma:readOnly="true">
      <xsd:simpleType>
        <xsd:restriction base="dms:Note"/>
      </xsd:simpleType>
    </xsd:element>
    <xsd:element name="MediaServiceObjectDetectorVersions" ma:index="11" nillable="true" ma:displayName="MediaServiceObjectDetectorVersions" ma:hidden="true" ma:indexed="true" ma:internalName="MediaServiceObjectDetectorVersions" ma:readOnly="true">
      <xsd:simpleType>
        <xsd:restriction base="dms:Text"/>
      </xsd:simpleType>
    </xsd:element>
  </xsd:schema>
  <xsd:schema xmlns="http://schemas.openxmlformats.org/package/2006/metadata/core-properties" xmlns:xsd="http://www.w3.org/2001/XMLSchema" xmlns:xsi="http://www.w3.org/2001/XMLSchema-instance" xmlns:dc="http://purl.org/dc/elements/1.1/" xmlns:dcterms="http://purl.org/dc/terms/" xmlns:odoc="http://schemas.microsoft.com/internal/obd" targetNamespace="http://schemas.openxmlformats.org/package/2006/metadata/core-properties" elementFormDefault="qualified" attributeFormDefault="unqualified" blockDefault="#all">
    <xsd:import namespace="http://purl.org/dc/elements/1.1/" schemaLocation="http://dublincore.org/schemas/xmls/qdc/2003/04/02/dc.xsd"/>
    <xsd:import namespace="http://purl.org/dc/terms/" schemaLocation="http://dublincore.org/schemas/xmls/qdc/2003/04/02/dcterms.xsd"/>
    <xsd:element name="coreProperties" type="CT_coreProperties"/>
    <xsd:complexType name="CT_coreProperties">
      <xsd:all>
        <xsd:element ref="dc:creator" minOccurs="0" maxOccurs="1"/>
        <xsd:element ref="dcterms:created" minOccurs="0" maxOccurs="1"/>
        <xsd:element ref="dc:identifier" minOccurs="0" maxOccurs="1"/>
        <xsd:element name="contentType" minOccurs="0" maxOccurs="1" type="xsd:string" ma:index="0" ma:displayName="Inhaltstyp"/>
        <xsd:element ref="dc:title" minOccurs="0" maxOccurs="1" ma:index="4" ma:displayName="Titel"/>
        <xsd:element ref="dc:subject" minOccurs="0" maxOccurs="1"/>
        <xsd:element ref="dc:description" minOccurs="0" maxOccurs="1"/>
        <xsd:element name="keywords" minOccurs="0" maxOccurs="1" type="xsd:string"/>
        <xsd:element ref="dc:language" minOccurs="0" maxOccurs="1"/>
        <xsd:element name="category" minOccurs="0" maxOccurs="1" type="xsd:string"/>
        <xsd:element name="version" minOccurs="0" maxOccurs="1" type="xsd:string"/>
        <xsd:element name="revision" minOccurs="0" maxOccurs="1" type="xsd:string">
          <xsd:annotation>
            <xsd:documentation>
                        This value indicates the number of saves or revisions. The application is responsible for updating this value after each revision.
                    </xsd:documentation>
          </xsd:annotation>
        </xsd:element>
        <xsd:element name="lastModifiedBy" minOccurs="0" maxOccurs="1" type="xsd:string"/>
        <xsd:element ref="dcterms:modified" minOccurs="0" maxOccurs="1"/>
        <xsd:element name="contentStatus" minOccurs="0" maxOccurs="1" type="xsd:string"/>
      </xsd:all>
    </xsd:complexType>
  </xsd:schema>
  <xs:schema xmlns:pc="http://schemas.microsoft.com/office/infopath/2007/PartnerControls" xmlns:xs="http://www.w3.org/2001/XMLSchema" targetNamespace="http://schemas.microsoft.com/office/infopath/2007/PartnerControls" elementFormDefault="qualified" attributeFormDefault="unqualified">
    <xs:element name="Person">
      <xs:complexType>
        <xs:sequence>
          <xs:element ref="pc:DisplayName" minOccurs="0"/>
          <xs:element ref="pc:AccountId" minOccurs="0"/>
          <xs:element ref="pc:AccountType" minOccurs="0"/>
        </xs:sequence>
      </xs:complexType>
    </xs:element>
    <xs:element name="DisplayName" type="xs:string"/>
    <xs:element name="AccountId" type="xs:string"/>
    <xs:element name="AccountType" type="xs:string"/>
    <xs:element name="BDCAssociatedEntity">
      <xs:complexType>
        <xs:sequence>
          <xs:element ref="pc:BDCEntity" minOccurs="0" maxOccurs="unbounded"/>
        </xs:sequence>
        <xs:attribute ref="pc:EntityNamespace"/>
        <xs:attribute ref="pc:EntityName"/>
        <xs:attribute ref="pc:SystemInstanceName"/>
        <xs:attribute ref="pc:AssociationName"/>
      </xs:complexType>
    </xs:element>
    <xs:attribute name="EntityNamespace" type="xs:string"/>
    <xs:attribute name="EntityName" type="xs:string"/>
    <xs:attribute name="SystemInstanceName" type="xs:string"/>
    <xs:attribute name="AssociationName" type="xs:string"/>
    <xs:element name="BDCEntity">
      <xs:complexType>
        <xs:sequence>
          <xs:element ref="pc:EntityDisplayName" minOccurs="0"/>
          <xs:element ref="pc:EntityInstanceReference" minOccurs="0"/>
          <xs:element ref="pc:EntityId1" minOccurs="0"/>
          <xs:element ref="pc:EntityId2" minOccurs="0"/>
          <xs:element ref="pc:EntityId3" minOccurs="0"/>
          <xs:element ref="pc:EntityId4" minOccurs="0"/>
          <xs:element ref="pc:EntityId5" minOccurs="0"/>
        </xs:sequence>
      </xs:complexType>
    </xs:element>
    <xs:element name="EntityDisplayName" type="xs:string"/>
    <xs:element name="EntityInstanceReference" type="xs:string"/>
    <xs:element name="EntityId1" type="xs:string"/>
    <xs:element name="EntityId2" type="xs:string"/>
    <xs:element name="EntityId3" type="xs:string"/>
    <xs:element name="EntityId4" type="xs:string"/>
    <xs:element name="EntityId5" type="xs:string"/>
    <xs:element name="Terms">
      <xs:complexType>
        <xs:sequence>
          <xs:element ref="pc:TermInfo" minOccurs="0" maxOccurs="unbounded"/>
        </xs:sequence>
      </xs:complexType>
    </xs:element>
    <xs:element name="TermInfo">
      <xs:complexType>
        <xs:sequence>
          <xs:element ref="pc:TermName" minOccurs="0"/>
          <xs:element ref="pc:TermId" minOccurs="0"/>
        </xs:sequence>
      </xs:complexType>
    </xs:element>
    <xs:element name="TermName" type="xs:string"/>
    <xs:element name="TermId" type="xs:string"/>
  </xs:schema>
</ct:contentTypeSchema>
</file>

<file path=customXml/itemProps1.xml><?xml version="1.0" encoding="utf-8"?>
<ds:datastoreItem xmlns:ds="http://schemas.openxmlformats.org/officeDocument/2006/customXml" ds:itemID="{1981A0EB-802E-4D0E-9A2A-3AE4F15204D8}">
  <ds:schemaRefs>
    <ds:schemaRef ds:uri="http://schemas.microsoft.com/sharepoint/v3/contenttype/forms"/>
  </ds:schemaRefs>
</ds:datastoreItem>
</file>

<file path=customXml/itemProps2.xml><?xml version="1.0" encoding="utf-8"?>
<ds:datastoreItem xmlns:ds="http://schemas.openxmlformats.org/officeDocument/2006/customXml" ds:itemID="{8354EFAF-31A0-41ED-A74D-DAE704B6C081}">
  <ds:schemaRefs>
    <ds:schemaRef ds:uri="e330c3bd-b73b-44bd-ae32-0c4bdfdcab8e"/>
    <ds:schemaRef ds:uri="http://purl.org/dc/dcmitype/"/>
    <ds:schemaRef ds:uri="http://purl.org/dc/elements/1.1/"/>
    <ds:schemaRef ds:uri="http://purl.org/dc/terms/"/>
    <ds:schemaRef ds:uri="http://schemas.microsoft.com/office/2006/documentManagement/types"/>
    <ds:schemaRef ds:uri="http://schemas.microsoft.com/office/2006/metadata/properties"/>
    <ds:schemaRef ds:uri="http://schemas.microsoft.com/office/infopath/2007/PartnerControls"/>
    <ds:schemaRef ds:uri="http://schemas.openxmlformats.org/package/2006/metadata/core-properties"/>
    <ds:schemaRef ds:uri="http://www.w3.org/XML/1998/namespace"/>
  </ds:schemaRefs>
</ds:datastoreItem>
</file>

<file path=customXml/itemProps3.xml><?xml version="1.0" encoding="utf-8"?>
<ds:datastoreItem xmlns:ds="http://schemas.openxmlformats.org/officeDocument/2006/customXml" ds:itemID="{B3B628B2-85F5-4AD2-9E28-9130197E5E7C}">
  <ds:schemaRefs>
    <ds:schemaRef ds:uri="e330c3bd-b73b-44bd-ae32-0c4bdfdcab8e"/>
    <ds:schemaRef ds:uri="http://purl.org/dc/elements/1.1/"/>
    <ds:schemaRef ds:uri="http://purl.org/dc/terms/"/>
    <ds:schemaRef ds:uri="http://schemas.microsoft.com/internal/obd"/>
    <ds:schemaRef ds:uri="http://schemas.microsoft.com/office/2006/documentManagement/types"/>
    <ds:schemaRef ds:uri="http://schemas.microsoft.com/office/2006/metadata/contentType"/>
    <ds:schemaRef ds:uri="http://schemas.microsoft.com/office/2006/metadata/properties"/>
    <ds:schemaRef ds:uri="http://schemas.microsoft.com/office/2006/metadata/properties/metaAttributes"/>
    <ds:schemaRef ds:uri="http://schemas.microsoft.com/office/infopath/2007/PartnerControls"/>
    <ds:schemaRef ds:uri="http://schemas.openxmlformats.org/package/2006/metadata/core-properties"/>
    <ds:schemaRef ds:uri="http://www.w3.org/2001/XMLSchema"/>
  </ds:schemaRefs>
</ds:datastoreItem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275</Words>
  <Application>Microsoft Office PowerPoint</Application>
  <PresentationFormat>Bildschirmpräsentation (4:3)</PresentationFormat>
  <Paragraphs>82</Paragraphs>
  <Slides>8</Slides>
  <Notes>1</Notes>
  <HiddenSlides>0</HiddenSlides>
  <MMClips>0</MMClips>
  <ScaleCrop>false</ScaleCrop>
  <HeadingPairs>
    <vt:vector size="6" baseType="variant">
      <vt:variant>
        <vt:lpstr>Verwendete Schriftarten</vt:lpstr>
      </vt:variant>
      <vt:variant>
        <vt:i4>3</vt:i4>
      </vt:variant>
      <vt:variant>
        <vt:lpstr>Design</vt:lpstr>
      </vt:variant>
      <vt:variant>
        <vt:i4>1</vt:i4>
      </vt:variant>
      <vt:variant>
        <vt:lpstr>Folientitel</vt:lpstr>
      </vt:variant>
      <vt:variant>
        <vt:i4>8</vt:i4>
      </vt:variant>
    </vt:vector>
  </HeadingPairs>
  <TitlesOfParts>
    <vt:vector size="12" baseType="lpstr">
      <vt:lpstr>Arial</vt:lpstr>
      <vt:lpstr>Calibri</vt:lpstr>
      <vt:lpstr>Calibri Light</vt:lpstr>
      <vt:lpstr>Office Theme</vt:lpstr>
      <vt:lpstr>Sprint Review - Sprint 4</vt:lpstr>
      <vt:lpstr>Sprint Ziele</vt:lpstr>
      <vt:lpstr>Sprint Review</vt:lpstr>
      <vt:lpstr>Sprint Burndown-Chart</vt:lpstr>
      <vt:lpstr>Sprint Velocity</vt:lpstr>
      <vt:lpstr>Sprint Aufgaben</vt:lpstr>
      <vt:lpstr>Next Steps</vt:lpstr>
      <vt:lpstr>Ende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Mag. (FH) Wolfgang Mayrhofer</dc:title>
  <dc:creator>Wolfgang</dc:creator>
  <cp:lastModifiedBy>Eder Jonas</cp:lastModifiedBy>
  <cp:revision>5</cp:revision>
  <cp:lastPrinted>2023-02-02T13:47:16Z</cp:lastPrinted>
  <dcterms:created xsi:type="dcterms:W3CDTF">2023-02-02T13:47:16Z</dcterms:created>
  <dcterms:modified xsi:type="dcterms:W3CDTF">2025-05-08T08:17:33Z</dcterms:modified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KSOProductBuildVer">
    <vt:lpwstr>1033-11.1.0.11664</vt:lpwstr>
  </property>
  <property fmtid="{D5CDD505-2E9C-101B-9397-08002B2CF9AE}" pid="3" name="ICV">
    <vt:lpwstr/>
  </property>
  <property fmtid="{D5CDD505-2E9C-101B-9397-08002B2CF9AE}" pid="4" name="ContentTypeId">
    <vt:lpwstr>0x01010091FD76AC810CD946AFF2048135E5AED8</vt:lpwstr>
  </property>
</Properties>
</file>