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61" r:id="rId5"/>
    <p:sldId id="367" r:id="rId6"/>
    <p:sldId id="582" r:id="rId7"/>
    <p:sldId id="570" r:id="rId8"/>
    <p:sldId id="584" r:id="rId9"/>
    <p:sldId id="583" r:id="rId10"/>
    <p:sldId id="585" r:id="rId11"/>
    <p:sldId id="586" r:id="rId1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6CD9A-CB93-4C37-BDB0-7214AECFEACA}" v="2" dt="2025-03-13T07:22:41.555"/>
    <p1510:client id="{800D0512-F401-4A63-8242-2FEBC4EC206F}" v="2" dt="2025-03-13T06:52:55.023"/>
    <p1510:client id="{862652BE-893D-44DE-806B-E00C76E1AA9A}" v="19" dt="2025-03-12T09:20:49.628"/>
    <p1510:client id="{8761454B-95FA-477F-9E57-737290389E02}" v="3" dt="2025-03-13T06:46:12.243"/>
    <p1510:client id="{9324234C-2BB1-4587-9708-87AE894F543A}" v="254" dt="2025-03-13T07:25:17.912"/>
    <p1510:client id="{F5189588-8648-473B-BB22-DDD7B89C69A0}" v="257" dt="2025-03-13T07:24:21.666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36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ner Florian" userId="S::florian.hafner@htl-saalfelden.at::b48d43ab-bf96-491b-90f5-9683a08bc007" providerId="AD" clId="Web-{8761454B-95FA-477F-9E57-737290389E02}"/>
    <pc:docChg chg="modSld">
      <pc:chgData name="Hafner Florian" userId="S::florian.hafner@htl-saalfelden.at::b48d43ab-bf96-491b-90f5-9683a08bc007" providerId="AD" clId="Web-{8761454B-95FA-477F-9E57-737290389E02}" dt="2025-03-13T06:46:12.243" v="3" actId="20577"/>
      <pc:docMkLst>
        <pc:docMk/>
      </pc:docMkLst>
      <pc:sldChg chg="modSp">
        <pc:chgData name="Hafner Florian" userId="S::florian.hafner@htl-saalfelden.at::b48d43ab-bf96-491b-90f5-9683a08bc007" providerId="AD" clId="Web-{8761454B-95FA-477F-9E57-737290389E02}" dt="2025-03-13T06:45:10.022" v="0" actId="1076"/>
        <pc:sldMkLst>
          <pc:docMk/>
          <pc:sldMk cId="0" sldId="583"/>
        </pc:sldMkLst>
        <pc:graphicFrameChg chg="mod">
          <ac:chgData name="Hafner Florian" userId="S::florian.hafner@htl-saalfelden.at::b48d43ab-bf96-491b-90f5-9683a08bc007" providerId="AD" clId="Web-{8761454B-95FA-477F-9E57-737290389E02}" dt="2025-03-13T06:45:10.022" v="0" actId="1076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">
        <pc:chgData name="Hafner Florian" userId="S::florian.hafner@htl-saalfelden.at::b48d43ab-bf96-491b-90f5-9683a08bc007" providerId="AD" clId="Web-{8761454B-95FA-477F-9E57-737290389E02}" dt="2025-03-13T06:46:12.243" v="3" actId="20577"/>
        <pc:sldMkLst>
          <pc:docMk/>
          <pc:sldMk cId="2046662241" sldId="585"/>
        </pc:sldMkLst>
        <pc:spChg chg="mod">
          <ac:chgData name="Hafner Florian" userId="S::florian.hafner@htl-saalfelden.at::b48d43ab-bf96-491b-90f5-9683a08bc007" providerId="AD" clId="Web-{8761454B-95FA-477F-9E57-737290389E02}" dt="2025-03-13T06:46:12.243" v="3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32.463" v="1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49.494" v="7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862652BE-893D-44DE-806B-E00C76E1AA9A}"/>
    <pc:docChg chg="modSld">
      <pc:chgData name="Ellmauthaler Philip" userId="S::philip.ellmauthaler@htl-saalfelden.at::5c6b7476-517f-484b-8d40-f259dc601a75" providerId="AD" clId="Web-{862652BE-893D-44DE-806B-E00C76E1AA9A}" dt="2025-03-12T09:20:48.846" v="9"/>
      <pc:docMkLst>
        <pc:docMk/>
      </pc:docMkLst>
      <pc:sldChg chg="modSp">
        <pc:chgData name="Ellmauthaler Philip" userId="S::philip.ellmauthaler@htl-saalfelden.at::5c6b7476-517f-484b-8d40-f259dc601a75" providerId="AD" clId="Web-{862652BE-893D-44DE-806B-E00C76E1AA9A}" dt="2025-03-12T09:20:48.846" v="9"/>
        <pc:sldMkLst>
          <pc:docMk/>
          <pc:sldMk cId="0" sldId="582"/>
        </pc:sldMkLst>
        <pc:graphicFrameChg chg="mod modGraphic">
          <ac:chgData name="Ellmauthaler Philip" userId="S::philip.ellmauthaler@htl-saalfelden.at::5c6b7476-517f-484b-8d40-f259dc601a75" providerId="AD" clId="Web-{862652BE-893D-44DE-806B-E00C76E1AA9A}" dt="2025-03-12T09:20:48.846" v="9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8F38FDD1-D1EA-43C0-9DB8-4B148B5AC6AF}"/>
    <pc:docChg chg="modSld">
      <pc:chgData name="Ellmauthaler Philip" userId="S::philip.ellmauthaler@htl-saalfelden.at::5c6b7476-517f-484b-8d40-f259dc601a75" providerId="AD" clId="Web-{8F38FDD1-D1EA-43C0-9DB8-4B148B5AC6AF}" dt="2025-03-12T08:47:43.934" v="23" actId="20577"/>
      <pc:docMkLst>
        <pc:docMk/>
      </pc:docMkLst>
      <pc:sldChg chg="modSp">
        <pc:chgData name="Ellmauthaler Philip" userId="S::philip.ellmauthaler@htl-saalfelden.at::5c6b7476-517f-484b-8d40-f259dc601a75" providerId="AD" clId="Web-{8F38FDD1-D1EA-43C0-9DB8-4B148B5AC6AF}" dt="2025-03-12T08:47:43.934" v="23" actId="20577"/>
        <pc:sldMkLst>
          <pc:docMk/>
          <pc:sldMk cId="0" sldId="583"/>
        </pc:sldMkLst>
        <pc:graphicFrameChg chg="mod modGraphic">
          <ac:chgData name="Ellmauthaler Philip" userId="S::philip.ellmauthaler@htl-saalfelden.at::5c6b7476-517f-484b-8d40-f259dc601a75" providerId="AD" clId="Web-{8F38FDD1-D1EA-43C0-9DB8-4B148B5AC6AF}" dt="2025-03-12T08:47:43.934" v="23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S::florian.hafner@htl-saalfelden.at::b48d43ab-bf96-491b-90f5-9683a08bc007" providerId="AD" clId="Web-{800D0512-F401-4A63-8242-2FEBC4EC206F}"/>
    <pc:docChg chg="modSld">
      <pc:chgData name="Hafner Florian" userId="S::florian.hafner@htl-saalfelden.at::b48d43ab-bf96-491b-90f5-9683a08bc007" providerId="AD" clId="Web-{800D0512-F401-4A63-8242-2FEBC4EC206F}" dt="2025-03-13T06:52:52.992" v="0" actId="20577"/>
      <pc:docMkLst>
        <pc:docMk/>
      </pc:docMkLst>
      <pc:sldChg chg="modSp">
        <pc:chgData name="Hafner Florian" userId="S::florian.hafner@htl-saalfelden.at::b48d43ab-bf96-491b-90f5-9683a08bc007" providerId="AD" clId="Web-{800D0512-F401-4A63-8242-2FEBC4EC206F}" dt="2025-03-13T06:52:52.992" v="0" actId="20577"/>
        <pc:sldMkLst>
          <pc:docMk/>
          <pc:sldMk cId="0" sldId="361"/>
        </pc:sldMkLst>
        <pc:spChg chg="mod">
          <ac:chgData name="Hafner Florian" userId="S::florian.hafner@htl-saalfelden.at::b48d43ab-bf96-491b-90f5-9683a08bc007" providerId="AD" clId="Web-{800D0512-F401-4A63-8242-2FEBC4EC206F}" dt="2025-03-13T06:52:52.992" v="0" actId="20577"/>
          <ac:spMkLst>
            <pc:docMk/>
            <pc:sldMk cId="0" sldId="361"/>
            <ac:spMk id="2" creationId="{00000000-0000-0000-0000-000000000000}"/>
          </ac:spMkLst>
        </pc:spChg>
      </pc:sldChg>
    </pc:docChg>
  </pc:docChgLst>
  <pc:docChgLst>
    <pc:chgData name="Hafner Florian" userId="b48d43ab-bf96-491b-90f5-9683a08bc007" providerId="ADAL" clId="{F5189588-8648-473B-BB22-DDD7B89C69A0}"/>
    <pc:docChg chg="undo custSel modSld">
      <pc:chgData name="Hafner Florian" userId="b48d43ab-bf96-491b-90f5-9683a08bc007" providerId="ADAL" clId="{F5189588-8648-473B-BB22-DDD7B89C69A0}" dt="2025-03-13T07:24:21.666" v="256" actId="20577"/>
      <pc:docMkLst>
        <pc:docMk/>
      </pc:docMkLst>
      <pc:sldChg chg="modSp mod">
        <pc:chgData name="Hafner Florian" userId="b48d43ab-bf96-491b-90f5-9683a08bc007" providerId="ADAL" clId="{F5189588-8648-473B-BB22-DDD7B89C69A0}" dt="2025-03-13T07:00:22.814" v="109" actId="20577"/>
        <pc:sldMkLst>
          <pc:docMk/>
          <pc:sldMk cId="0" sldId="582"/>
        </pc:sldMkLst>
        <pc:graphicFrameChg chg="modGraphic">
          <ac:chgData name="Hafner Florian" userId="b48d43ab-bf96-491b-90f5-9683a08bc007" providerId="ADAL" clId="{F5189588-8648-473B-BB22-DDD7B89C69A0}" dt="2025-03-13T07:00:22.814" v="109" actId="20577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3:08.537" v="220" actId="27918"/>
        <pc:sldMkLst>
          <pc:docMk/>
          <pc:sldMk cId="0" sldId="583"/>
        </pc:sldMkLst>
        <pc:graphicFrameChg chg="mod">
          <ac:chgData name="Hafner Florian" userId="b48d43ab-bf96-491b-90f5-9683a08bc007" providerId="ADAL" clId="{F5189588-8648-473B-BB22-DDD7B89C69A0}" dt="2025-03-13T07:04:40.631" v="148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4:21.666" v="256" actId="20577"/>
        <pc:sldMkLst>
          <pc:docMk/>
          <pc:sldMk cId="0" sldId="584"/>
        </pc:sldMkLst>
        <pc:spChg chg="mod">
          <ac:chgData name="Hafner Florian" userId="b48d43ab-bf96-491b-90f5-9683a08bc007" providerId="ADAL" clId="{F5189588-8648-473B-BB22-DDD7B89C69A0}" dt="2025-03-13T07:24:21.666" v="256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6:43:58.120" v="41" actId="26606"/>
          <ac:spMkLst>
            <pc:docMk/>
            <pc:sldMk cId="0" sldId="367"/>
            <ac:spMk id="3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01:02.746" v="99" actId="478"/>
          <ac:spMkLst>
            <pc:docMk/>
            <pc:sldMk cId="0" sldId="367"/>
            <ac:spMk id="14" creationId="{38CF0D63-AC53-864B-9DF4-EAD2701211EA}"/>
          </ac:spMkLst>
        </pc:spChg>
        <pc:spChg chg="add del mod">
          <ac:chgData name="Eder Jonas" userId="fa0059ff-45ff-44a0-8b68-1ddf442034b8" providerId="ADAL" clId="{D8FD4985-04C8-4C9E-AFB6-99AEB90335B6}" dt="2025-02-19T06:44:04.382" v="44" actId="478"/>
          <ac:spMkLst>
            <pc:docMk/>
            <pc:sldMk cId="0" sldId="367"/>
            <ac:spMk id="15" creationId="{1DC1C5DB-4A38-BB58-0E8F-79F04337BBE8}"/>
          </ac:spMkLst>
        </pc:spChg>
        <pc:spChg chg="add del mod">
          <ac:chgData name="Eder Jonas" userId="fa0059ff-45ff-44a0-8b68-1ddf442034b8" providerId="ADAL" clId="{D8FD4985-04C8-4C9E-AFB6-99AEB90335B6}" dt="2025-02-19T06:43:23.480" v="28" actId="26606"/>
          <ac:spMkLst>
            <pc:docMk/>
            <pc:sldMk cId="0" sldId="367"/>
            <ac:spMk id="16" creationId="{766621FF-66EE-10B7-63C9-40B8D0E6A5B0}"/>
          </ac:spMkLst>
        </pc:spChg>
        <pc:spChg chg="add del mod">
          <ac:chgData name="Eder Jonas" userId="fa0059ff-45ff-44a0-8b68-1ddf442034b8" providerId="ADAL" clId="{D8FD4985-04C8-4C9E-AFB6-99AEB90335B6}" dt="2025-02-19T06:44:06.391" v="45" actId="478"/>
          <ac:spMkLst>
            <pc:docMk/>
            <pc:sldMk cId="0" sldId="367"/>
            <ac:spMk id="17" creationId="{FA7DFF72-7552-8672-CB50-38C19136A41F}"/>
          </ac:spMkLst>
        </pc:spChg>
        <pc:graphicFrameChg chg="add del mod modGraphic">
          <ac:chgData name="Eder Jonas" userId="fa0059ff-45ff-44a0-8b68-1ddf442034b8" providerId="ADAL" clId="{D8FD4985-04C8-4C9E-AFB6-99AEB90335B6}" dt="2025-02-19T06:43:26.805" v="35" actId="26606"/>
          <ac:graphicFrameMkLst>
            <pc:docMk/>
            <pc:sldMk cId="0" sldId="367"/>
            <ac:graphicFrameMk id="11" creationId="{934FFFEC-A987-0025-8F26-041E4CF7FD5E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13.082" v="296" actId="26606"/>
          <ac:spMkLst>
            <pc:docMk/>
            <pc:sldMk cId="0" sldId="583"/>
            <ac:spMk id="5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17" creationId="{7F100B72-4AEC-88EF-23A0-F21A812E9641}"/>
          </ac:spMkLst>
        </pc:spChg>
        <pc:graphicFrameChg chg="add del">
          <ac:chgData name="Eder Jonas" userId="fa0059ff-45ff-44a0-8b68-1ddf442034b8" providerId="ADAL" clId="{D8FD4985-04C8-4C9E-AFB6-99AEB90335B6}" dt="2025-02-19T07:10:08.677" v="295" actId="26606"/>
          <ac:graphicFrameMkLst>
            <pc:docMk/>
            <pc:sldMk cId="0" sldId="583"/>
            <ac:graphicFrameMk id="11" creationId="{A847ED53-6636-CD73-5091-0AAF175287FA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  <pc:spChg chg="del">
          <ac:chgData name="Eder Jonas" userId="fa0059ff-45ff-44a0-8b68-1ddf442034b8" providerId="ADAL" clId="{D8FD4985-04C8-4C9E-AFB6-99AEB90335B6}" dt="2025-02-19T06:48:25.652" v="50" actId="22"/>
          <ac:spMkLst>
            <pc:docMk/>
            <pc:sldMk cId="16265146" sldId="585"/>
            <ac:spMk id="3" creationId="{38C237FC-5BF4-ADCC-C9A6-BB455EDC62E3}"/>
          </ac:spMkLst>
        </pc:spChg>
        <pc:picChg chg="add mod ord">
          <ac:chgData name="Eder Jonas" userId="fa0059ff-45ff-44a0-8b68-1ddf442034b8" providerId="ADAL" clId="{D8FD4985-04C8-4C9E-AFB6-99AEB90335B6}" dt="2025-02-19T06:48:45.846" v="54" actId="1076"/>
          <ac:picMkLst>
            <pc:docMk/>
            <pc:sldMk cId="16265146" sldId="585"/>
            <ac:picMk id="7" creationId="{22DA95B4-FB9A-92E9-89AF-F5E3A2219227}"/>
          </ac:picMkLst>
        </pc:picChg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  <pc:spChg chg="mod">
          <ac:chgData name="Eder Jonas" userId="fa0059ff-45ff-44a0-8b68-1ddf442034b8" providerId="ADAL" clId="{D8FD4985-04C8-4C9E-AFB6-99AEB90335B6}" dt="2025-02-19T06:56:38.403" v="87" actId="20577"/>
          <ac:spMkLst>
            <pc:docMk/>
            <pc:sldMk cId="3497108193" sldId="585"/>
            <ac:spMk id="2" creationId="{92238284-E380-C270-CD4F-5CE6958170EC}"/>
          </ac:spMkLst>
        </pc:spChg>
        <pc:spChg chg="mod">
          <ac:chgData name="Eder Jonas" userId="fa0059ff-45ff-44a0-8b68-1ddf442034b8" providerId="ADAL" clId="{D8FD4985-04C8-4C9E-AFB6-99AEB90335B6}" dt="2025-02-19T06:56:37.065" v="84" actId="20577"/>
          <ac:spMkLst>
            <pc:docMk/>
            <pc:sldMk cId="3497108193" sldId="585"/>
            <ac:spMk id="3" creationId="{DC73F28C-29D4-4807-83AB-2F74CE10591A}"/>
          </ac:spMkLst>
        </pc:spChg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  <pc:docChgLst>
    <pc:chgData name="Ellmauthaler Philip" userId="S::philip.ellmauthaler@htl-saalfelden.at::5c6b7476-517f-484b-8d40-f259dc601a75" providerId="AD" clId="Web-{EF42E1E4-7179-47C7-8F64-B9474531233B}"/>
    <pc:docChg chg="modSld">
      <pc:chgData name="Ellmauthaler Philip" userId="S::philip.ellmauthaler@htl-saalfelden.at::5c6b7476-517f-484b-8d40-f259dc601a75" providerId="AD" clId="Web-{EF42E1E4-7179-47C7-8F64-B9474531233B}" dt="2025-03-12T08:46:22.438" v="1" actId="20577"/>
      <pc:docMkLst>
        <pc:docMk/>
      </pc:docMkLst>
      <pc:sldChg chg="modSp">
        <pc:chgData name="Ellmauthaler Philip" userId="S::philip.ellmauthaler@htl-saalfelden.at::5c6b7476-517f-484b-8d40-f259dc601a75" providerId="AD" clId="Web-{EF42E1E4-7179-47C7-8F64-B9474531233B}" dt="2025-03-12T08:46:22.438" v="1" actId="20577"/>
        <pc:sldMkLst>
          <pc:docMk/>
          <pc:sldMk cId="0" sldId="583"/>
        </pc:sldMkLst>
        <pc:graphicFrameChg chg="modGraphic">
          <ac:chgData name="Ellmauthaler Philip" userId="S::philip.ellmauthaler@htl-saalfelden.at::5c6b7476-517f-484b-8d40-f259dc601a75" providerId="AD" clId="Web-{EF42E1E4-7179-47C7-8F64-B9474531233B}" dt="2025-03-12T08:46:22.438" v="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  <pc:graphicFrameChg chg="mod">
          <ac:chgData name="Hafner Florian" userId="b48d43ab-bf96-491b-90f5-9683a08bc007" providerId="ADAL" clId="{901A7DE7-C3A0-42E1-952C-F33FFBCD57BF}" dt="2025-02-19T07:40:24.197" v="16" actId="20577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2096CD9A-CB93-4C37-BDB0-7214AECFEACA}"/>
    <pc:docChg chg="modSld">
      <pc:chgData name="Ellmauthaler Philip" userId="S::philip.ellmauthaler@htl-saalfelden.at::5c6b7476-517f-484b-8d40-f259dc601a75" providerId="AD" clId="Web-{2096CD9A-CB93-4C37-BDB0-7214AECFEACA}" dt="2025-03-13T07:22:45.258" v="2" actId="1076"/>
      <pc:docMkLst>
        <pc:docMk/>
      </pc:docMkLst>
      <pc:sldChg chg="addSp delSp modSp">
        <pc:chgData name="Ellmauthaler Philip" userId="S::philip.ellmauthaler@htl-saalfelden.at::5c6b7476-517f-484b-8d40-f259dc601a75" providerId="AD" clId="Web-{2096CD9A-CB93-4C37-BDB0-7214AECFEACA}" dt="2025-03-13T07:22:45.258" v="2" actId="1076"/>
        <pc:sldMkLst>
          <pc:docMk/>
          <pc:sldMk cId="0" sldId="584"/>
        </pc:sldMkLst>
        <pc:graphicFrameChg chg="add mod">
          <ac:chgData name="Ellmauthaler Philip" userId="S::philip.ellmauthaler@htl-saalfelden.at::5c6b7476-517f-484b-8d40-f259dc601a75" providerId="AD" clId="Web-{2096CD9A-CB93-4C37-BDB0-7214AECFEACA}" dt="2025-03-13T07:22:45.258" v="2" actId="1076"/>
          <ac:graphicFrameMkLst>
            <pc:docMk/>
            <pc:sldMk cId="0" sldId="584"/>
            <ac:graphicFrameMk id="3" creationId="{AB5CA1AE-92B2-CEC7-3A55-2AE2F8EA1513}"/>
          </ac:graphicFrameMkLst>
        </pc:graphicFrameChg>
        <pc:graphicFrameChg chg="del">
          <ac:chgData name="Ellmauthaler Philip" userId="S::philip.ellmauthaler@htl-saalfelden.at::5c6b7476-517f-484b-8d40-f259dc601a75" providerId="AD" clId="Web-{2096CD9A-CB93-4C37-BDB0-7214AECFEACA}" dt="2025-03-13T07:22:40.492" v="0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3:50.858" v="46" actId="790"/>
          <ac:spMkLst>
            <pc:docMk/>
            <pc:sldMk cId="0" sldId="570"/>
            <ac:spMk id="5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8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3:33.211" v="45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  <pc:spChg chg="add del 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2:26.149" v="37" actId="1076"/>
          <ac:spMkLst>
            <pc:docMk/>
            <pc:sldMk cId="0" sldId="584"/>
            <ac:spMk id="5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8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2:15.168" v="35" actId="1076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  <pc:docChgLst>
    <pc:chgData name="Eder Jonas" userId="fa0059ff-45ff-44a0-8b68-1ddf442034b8" providerId="ADAL" clId="{9324234C-2BB1-4587-9708-87AE894F543A}"/>
    <pc:docChg chg="undo custSel modSld">
      <pc:chgData name="Eder Jonas" userId="fa0059ff-45ff-44a0-8b68-1ddf442034b8" providerId="ADAL" clId="{9324234C-2BB1-4587-9708-87AE894F543A}" dt="2025-03-13T07:25:17.911" v="251" actId="20577"/>
      <pc:docMkLst>
        <pc:docMk/>
      </pc:docMkLst>
      <pc:sldChg chg="modSp">
        <pc:chgData name="Eder Jonas" userId="fa0059ff-45ff-44a0-8b68-1ddf442034b8" providerId="ADAL" clId="{9324234C-2BB1-4587-9708-87AE894F543A}" dt="2025-03-13T07:23:27.147" v="207" actId="20577"/>
        <pc:sldMkLst>
          <pc:docMk/>
          <pc:sldMk cId="0" sldId="367"/>
        </pc:sldMkLst>
        <pc:graphicFrameChg chg="mod">
          <ac:chgData name="Eder Jonas" userId="fa0059ff-45ff-44a0-8b68-1ddf442034b8" providerId="ADAL" clId="{9324234C-2BB1-4587-9708-87AE894F543A}" dt="2025-03-13T07:23:27.147" v="207" actId="20577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mod">
        <pc:chgData name="Eder Jonas" userId="fa0059ff-45ff-44a0-8b68-1ddf442034b8" providerId="ADAL" clId="{9324234C-2BB1-4587-9708-87AE894F543A}" dt="2025-03-13T07:18:22.201" v="158" actId="27918"/>
        <pc:sldMkLst>
          <pc:docMk/>
          <pc:sldMk cId="0" sldId="570"/>
        </pc:sldMkLst>
        <pc:spChg chg="mod">
          <ac:chgData name="Eder Jonas" userId="fa0059ff-45ff-44a0-8b68-1ddf442034b8" providerId="ADAL" clId="{9324234C-2BB1-4587-9708-87AE894F543A}" dt="2025-03-13T07:18:13.660" v="157" actId="20577"/>
          <ac:spMkLst>
            <pc:docMk/>
            <pc:sldMk cId="0" sldId="570"/>
            <ac:spMk id="5" creationId="{00000000-0000-0000-0000-000000000000}"/>
          </ac:spMkLst>
        </pc:spChg>
        <pc:graphicFrameChg chg="add mod">
          <ac:chgData name="Eder Jonas" userId="fa0059ff-45ff-44a0-8b68-1ddf442034b8" providerId="ADAL" clId="{9324234C-2BB1-4587-9708-87AE894F543A}" dt="2025-03-13T07:17:55.017" v="148" actId="1076"/>
          <ac:graphicFrameMkLst>
            <pc:docMk/>
            <pc:sldMk cId="0" sldId="570"/>
            <ac:graphicFrameMk id="3" creationId="{B2AF9E64-547F-ACC7-F033-8065BA025A46}"/>
          </ac:graphicFrameMkLst>
        </pc:graphicFrameChg>
        <pc:graphicFrameChg chg="del">
          <ac:chgData name="Eder Jonas" userId="fa0059ff-45ff-44a0-8b68-1ddf442034b8" providerId="ADAL" clId="{9324234C-2BB1-4587-9708-87AE894F543A}" dt="2025-03-13T07:17:29.952" v="141" actId="478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modSp mod">
        <pc:chgData name="Eder Jonas" userId="fa0059ff-45ff-44a0-8b68-1ddf442034b8" providerId="ADAL" clId="{9324234C-2BB1-4587-9708-87AE894F543A}" dt="2025-03-13T06:57:52.708" v="85" actId="13926"/>
        <pc:sldMkLst>
          <pc:docMk/>
          <pc:sldMk cId="0" sldId="582"/>
        </pc:sldMkLst>
        <pc:graphicFrameChg chg="mod modGraphic">
          <ac:chgData name="Eder Jonas" userId="fa0059ff-45ff-44a0-8b68-1ddf442034b8" providerId="ADAL" clId="{9324234C-2BB1-4587-9708-87AE894F543A}" dt="2025-03-13T06:57:52.708" v="85" actId="13926"/>
          <ac:graphicFrameMkLst>
            <pc:docMk/>
            <pc:sldMk cId="0" sldId="582"/>
            <ac:graphicFrameMk id="4" creationId="{00000000-0000-0000-0000-000000000000}"/>
          </ac:graphicFrameMkLst>
        </pc:graphicFrameChg>
        <pc:graphicFrameChg chg="add mod">
          <ac:chgData name="Eder Jonas" userId="fa0059ff-45ff-44a0-8b68-1ddf442034b8" providerId="ADAL" clId="{9324234C-2BB1-4587-9708-87AE894F543A}" dt="2025-03-13T06:57:31.978" v="83"/>
          <ac:graphicFrameMkLst>
            <pc:docMk/>
            <pc:sldMk cId="0" sldId="582"/>
            <ac:graphicFrameMk id="5" creationId="{85DEA6AD-13AC-BF29-E24B-29754D61F836}"/>
          </ac:graphicFrameMkLst>
        </pc:graphicFrameChg>
      </pc:sldChg>
      <pc:sldChg chg="modSp">
        <pc:chgData name="Eder Jonas" userId="fa0059ff-45ff-44a0-8b68-1ddf442034b8" providerId="ADAL" clId="{9324234C-2BB1-4587-9708-87AE894F543A}" dt="2025-03-13T07:25:17.911" v="251" actId="20577"/>
        <pc:sldMkLst>
          <pc:docMk/>
          <pc:sldMk cId="0" sldId="583"/>
        </pc:sldMkLst>
        <pc:graphicFrameChg chg="mod">
          <ac:chgData name="Eder Jonas" userId="fa0059ff-45ff-44a0-8b68-1ddf442034b8" providerId="ADAL" clId="{9324234C-2BB1-4587-9708-87AE894F543A}" dt="2025-03-13T07:25:17.911" v="25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9324234C-2BB1-4587-9708-87AE894F543A}" dt="2025-03-13T06:50:34.925" v="47" actId="20577"/>
        <pc:sldMkLst>
          <pc:docMk/>
          <pc:sldMk cId="2046662241" sldId="585"/>
        </pc:sldMkLst>
        <pc:spChg chg="mod">
          <ac:chgData name="Eder Jonas" userId="fa0059ff-45ff-44a0-8b68-1ddf442034b8" providerId="ADAL" clId="{9324234C-2BB1-4587-9708-87AE894F543A}" dt="2025-03-13T06:50:34.925" v="47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1920603674540682"/>
          <c:y val="0.17585700377474509"/>
          <c:w val="0.84746062992125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Tabelle1!$B$12:$B$18</c:f>
              <c:numCache>
                <c:formatCode>General</c:formatCode>
                <c:ptCount val="4"/>
                <c:pt idx="0">
                  <c:v>70</c:v>
                </c:pt>
                <c:pt idx="1">
                  <c:v>50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95-4959-89A4-AED65CBB9FDE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Tabelle1!$C$12:$C$18</c:f>
              <c:numCache>
                <c:formatCode>General</c:formatCode>
                <c:ptCount val="4"/>
                <c:pt idx="0">
                  <c:v>70</c:v>
                </c:pt>
                <c:pt idx="1">
                  <c:v>45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95-4959-89A4-AED65CBB9F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the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 in Backlog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Tabelle1!$A$22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Tabelle1!$A$23:$A$25</c:f>
              <c:numCache>
                <c:formatCode>General</c:formatCode>
                <c:ptCount val="3"/>
                <c:pt idx="0">
                  <c:v>61</c:v>
                </c:pt>
                <c:pt idx="1">
                  <c:v>60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7-49B1-88B1-C449E383F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 dirty="0"/>
            <a:t>Einrichten einer Datenbank, um alle relevanten Informationen wie Routen, Sensordaten und Einstellungen effizient zu speichern und abzurufen.</a:t>
          </a:r>
          <a:endParaRPr lang="en-US" dirty="0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 dirty="0"/>
            <a:t>Das erneute abrufen von gefahrenen Routen zu einem späteren Zeitpunkt.</a:t>
          </a:r>
          <a:endParaRPr lang="en-US" dirty="0"/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8C4C400C-7E71-4F2C-9169-695FDE61D222}">
      <dgm:prSet/>
      <dgm:spPr/>
      <dgm:t>
        <a:bodyPr/>
        <a:lstStyle/>
        <a:p>
          <a:r>
            <a:rPr lang="en-US" dirty="0" err="1"/>
            <a:t>Sensordaten</a:t>
          </a:r>
          <a:r>
            <a:rPr lang="en-US" dirty="0"/>
            <a:t> </a:t>
          </a:r>
          <a:r>
            <a:rPr lang="en-US" dirty="0" err="1"/>
            <a:t>auslesen</a:t>
          </a:r>
          <a:r>
            <a:rPr lang="en-US" dirty="0"/>
            <a:t> und </a:t>
          </a:r>
          <a:r>
            <a:rPr lang="en-US" dirty="0" err="1"/>
            <a:t>über</a:t>
          </a:r>
          <a:r>
            <a:rPr lang="en-US" dirty="0"/>
            <a:t> API </a:t>
          </a:r>
          <a:r>
            <a:rPr lang="en-US" dirty="0" err="1"/>
            <a:t>übergeben</a:t>
          </a:r>
          <a:endParaRPr lang="en-US" dirty="0"/>
        </a:p>
      </dgm:t>
    </dgm:pt>
    <dgm:pt modelId="{6F14F82D-5626-4987-BBD2-3C899D08D4BA}" type="parTrans" cxnId="{30100B2D-6262-4D33-BD05-152003882223}">
      <dgm:prSet/>
      <dgm:spPr/>
      <dgm:t>
        <a:bodyPr/>
        <a:lstStyle/>
        <a:p>
          <a:endParaRPr lang="de-AT"/>
        </a:p>
      </dgm:t>
    </dgm:pt>
    <dgm:pt modelId="{8F1EE55C-F8A8-4115-8CDC-2670C9ECAE1C}" type="sibTrans" cxnId="{30100B2D-6262-4D33-BD05-152003882223}">
      <dgm:prSet/>
      <dgm:spPr/>
      <dgm:t>
        <a:bodyPr/>
        <a:lstStyle/>
        <a:p>
          <a:endParaRPr lang="de-AT"/>
        </a:p>
      </dgm:t>
    </dgm:pt>
    <dgm:pt modelId="{B86306FE-64EC-48EF-9EC0-B42F39B5FDBF}">
      <dgm:prSet/>
      <dgm:spPr/>
      <dgm:t>
        <a:bodyPr/>
        <a:lstStyle/>
        <a:p>
          <a:r>
            <a:rPr lang="en-US" dirty="0" err="1"/>
            <a:t>Vorbereitungen</a:t>
          </a:r>
          <a:r>
            <a:rPr lang="en-US" dirty="0"/>
            <a:t> von </a:t>
          </a:r>
          <a:r>
            <a:rPr lang="en-US" dirty="0" err="1"/>
            <a:t>Kartografie</a:t>
          </a:r>
          <a:r>
            <a:rPr lang="en-US" dirty="0"/>
            <a:t> für Sprint 4</a:t>
          </a:r>
        </a:p>
      </dgm:t>
    </dgm:pt>
    <dgm:pt modelId="{3A1206EB-CA1F-4106-ABFF-9EAAF03E8A60}" type="parTrans" cxnId="{6C03A287-8AEA-429C-8CAA-CF40078E32D8}">
      <dgm:prSet/>
      <dgm:spPr/>
      <dgm:t>
        <a:bodyPr/>
        <a:lstStyle/>
        <a:p>
          <a:endParaRPr lang="de-AT"/>
        </a:p>
      </dgm:t>
    </dgm:pt>
    <dgm:pt modelId="{82967CA6-C094-4384-A548-F7E187E9E997}" type="sibTrans" cxnId="{6C03A287-8AEA-429C-8CAA-CF40078E32D8}">
      <dgm:prSet/>
      <dgm:spPr/>
      <dgm:t>
        <a:bodyPr/>
        <a:lstStyle/>
        <a:p>
          <a:endParaRPr lang="de-AT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877C79E-3FB1-4BAB-B6C9-96EDEF93F5EB}" type="pres">
      <dgm:prSet presAssocID="{5C5BC8C5-948C-44FD-B956-47BCC701B3EE}" presName="spacer" presStyleCnt="0"/>
      <dgm:spPr/>
    </dgm:pt>
    <dgm:pt modelId="{3792B7E3-13C6-414F-AA5D-0821C28100F1}" type="pres">
      <dgm:prSet presAssocID="{8C4C400C-7E71-4F2C-9169-695FDE61D22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64B730-1A9C-49D9-B70F-F1849011ED5E}" type="pres">
      <dgm:prSet presAssocID="{8F1EE55C-F8A8-4115-8CDC-2670C9ECAE1C}" presName="spacer" presStyleCnt="0"/>
      <dgm:spPr/>
    </dgm:pt>
    <dgm:pt modelId="{F26C3B39-169B-4D11-A923-DC4345FA84DC}" type="pres">
      <dgm:prSet presAssocID="{B86306FE-64EC-48EF-9EC0-B42F39B5FD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30100B2D-6262-4D33-BD05-152003882223}" srcId="{BB7C6A23-C0DB-4FFF-8DD6-233C8C15DC79}" destId="{8C4C400C-7E71-4F2C-9169-695FDE61D222}" srcOrd="2" destOrd="0" parTransId="{6F14F82D-5626-4987-BBD2-3C899D08D4BA}" sibTransId="{8F1EE55C-F8A8-4115-8CDC-2670C9ECAE1C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1D769D79-1A3B-49C5-BBB9-6E567D502B02}" type="presOf" srcId="{B86306FE-64EC-48EF-9EC0-B42F39B5FDBF}" destId="{F26C3B39-169B-4D11-A923-DC4345FA84DC}" srcOrd="0" destOrd="0" presId="urn:microsoft.com/office/officeart/2005/8/layout/vList2"/>
    <dgm:cxn modelId="{6C03A287-8AEA-429C-8CAA-CF40078E32D8}" srcId="{BB7C6A23-C0DB-4FFF-8DD6-233C8C15DC79}" destId="{B86306FE-64EC-48EF-9EC0-B42F39B5FDBF}" srcOrd="3" destOrd="0" parTransId="{3A1206EB-CA1F-4106-ABFF-9EAAF03E8A60}" sibTransId="{82967CA6-C094-4384-A548-F7E187E9E997}"/>
    <dgm:cxn modelId="{5DFB90CC-670E-43C0-9E95-EBBFE3C6BAF9}" type="presOf" srcId="{8C4C400C-7E71-4F2C-9169-695FDE61D222}" destId="{3792B7E3-13C6-414F-AA5D-0821C28100F1}" srcOrd="0" destOrd="0" presId="urn:microsoft.com/office/officeart/2005/8/layout/vList2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5495A410-0DB3-42DD-B413-523546B848A2}" type="presParOf" srcId="{7A1EB467-E5D2-4AA9-ABCF-90EFCCAFBB51}" destId="{F877C79E-3FB1-4BAB-B6C9-96EDEF93F5EB}" srcOrd="3" destOrd="0" presId="urn:microsoft.com/office/officeart/2005/8/layout/vList2"/>
    <dgm:cxn modelId="{0222C871-9AC9-449F-AAD6-A3ABB96F4CC6}" type="presParOf" srcId="{7A1EB467-E5D2-4AA9-ABCF-90EFCCAFBB51}" destId="{3792B7E3-13C6-414F-AA5D-0821C28100F1}" srcOrd="4" destOrd="0" presId="urn:microsoft.com/office/officeart/2005/8/layout/vList2"/>
    <dgm:cxn modelId="{D7C15971-3FF7-44BF-BE1C-0956C3661D3A}" type="presParOf" srcId="{7A1EB467-E5D2-4AA9-ABCF-90EFCCAFBB51}" destId="{EB64B730-1A9C-49D9-B70F-F1849011ED5E}" srcOrd="5" destOrd="0" presId="urn:microsoft.com/office/officeart/2005/8/layout/vList2"/>
    <dgm:cxn modelId="{E3B645F6-ACB4-47F8-BBF7-7C3FB14A0C1F}" type="presParOf" srcId="{7A1EB467-E5D2-4AA9-ABCF-90EFCCAFBB51}" destId="{F26C3B39-169B-4D11-A923-DC4345FA84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Jonas:</a:t>
          </a:r>
          <a:endParaRPr lang="en-US" sz="1800">
            <a:latin typeface="+mn-lt"/>
          </a:endParaRPr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Datenbank </a:t>
          </a:r>
        </a:p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Testen</a:t>
          </a:r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Florian:</a:t>
          </a:r>
          <a:endParaRPr lang="en-US" sz="1800">
            <a:latin typeface="+mn-lt"/>
          </a:endParaRPr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Datenbank</a:t>
          </a:r>
          <a:endParaRPr lang="en-US" sz="1800" dirty="0">
            <a:latin typeface="+mn-lt"/>
          </a:endParaRPr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Testen</a:t>
          </a:r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6656E50A-8245-40D0-8048-FF539F679C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</a:p>
      </dgm:t>
    </dgm:pt>
    <dgm:pt modelId="{97A55B63-379D-4750-A6A3-CED82489C531}" type="parTrans" cxnId="{28FF40B2-DE6A-4064-9880-24F8A3D8088C}">
      <dgm:prSet/>
      <dgm:spPr/>
      <dgm:t>
        <a:bodyPr/>
        <a:lstStyle/>
        <a:p>
          <a:endParaRPr lang="en-US"/>
        </a:p>
      </dgm:t>
    </dgm:pt>
    <dgm:pt modelId="{9DC6CBA7-80D4-43D0-B12B-15CC408EE58E}" type="sibTrans" cxnId="{28FF40B2-DE6A-4064-9880-24F8A3D8088C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Philip:</a:t>
          </a:r>
          <a:endParaRPr lang="en-US" sz="1800">
            <a:latin typeface="+mn-lt"/>
          </a:endParaRPr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DA1BB62C-96B9-4DA5-A211-FF769A3562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Projektdokumentation</a:t>
          </a:r>
        </a:p>
      </dgm:t>
    </dgm:pt>
    <dgm:pt modelId="{E911FBAD-29C4-4B74-BFC5-85F288F952E0}" type="sibTrans" cxnId="{0C26C6EF-0151-4206-B2D1-7D9B2DD3F54E}">
      <dgm:prSet/>
      <dgm:spPr/>
      <dgm:t>
        <a:bodyPr/>
        <a:lstStyle/>
        <a:p>
          <a:endParaRPr lang="en-US"/>
        </a:p>
      </dgm:t>
    </dgm:pt>
    <dgm:pt modelId="{68C5E541-18EE-4595-A959-8B0AA46CBDCE}" type="parTrans" cxnId="{0C26C6EF-0151-4206-B2D1-7D9B2DD3F54E}">
      <dgm:prSet/>
      <dgm:spPr/>
      <dgm:t>
        <a:bodyPr/>
        <a:lstStyle/>
        <a:p>
          <a:endParaRPr lang="en-US"/>
        </a:p>
      </dgm:t>
    </dgm:pt>
    <dgm:pt modelId="{CE5A8C00-F261-4A8B-8E67-F0D81A2439F1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dirty="0">
              <a:latin typeface="+mn-lt"/>
            </a:rPr>
            <a:t>Sensordaten</a:t>
          </a:r>
        </a:p>
      </dgm:t>
    </dgm:pt>
    <dgm:pt modelId="{5261D149-580C-4E49-8CBC-B068B8048B86}" type="parTrans" cxnId="{6293EDA8-3E53-4C4B-8B7E-2DC52FFBC92D}">
      <dgm:prSet/>
      <dgm:spPr/>
      <dgm:t>
        <a:bodyPr/>
        <a:lstStyle/>
        <a:p>
          <a:endParaRPr lang="de-AT"/>
        </a:p>
      </dgm:t>
    </dgm:pt>
    <dgm:pt modelId="{B9A041A4-B5E8-4C47-9766-493BE5CBC5A6}" type="sibTrans" cxnId="{6293EDA8-3E53-4C4B-8B7E-2DC52FFBC92D}">
      <dgm:prSet/>
      <dgm:spPr/>
      <dgm:t>
        <a:bodyPr/>
        <a:lstStyle/>
        <a:p>
          <a:endParaRPr lang="de-AT"/>
        </a:p>
      </dgm:t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674" custLinFactNeighborY="144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236" custLinFactNeighborY="-42144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ScaleY="142343" custLinFactNeighborX="7317" custLinFactNeighborY="14835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480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631" custLinFactNeighborY="-49794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ScaleY="157040" custLinFactNeighborX="220" custLinFactNeighborY="23505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X="-10541" custLinFactNeighborY="-1515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2992" custLinFactNeighborY="-63768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 custScaleY="121695">
        <dgm:presLayoutVars/>
      </dgm:prSet>
      <dgm:spPr/>
    </dgm:pt>
  </dgm:ptLst>
  <dgm:cxnLst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D48C7763-D4AE-4668-B788-0A74BC8944FB}" type="presOf" srcId="{F7D05F1C-0AF0-45F9-8367-4664BD75FE94}" destId="{B13BCD90-4678-4EBA-865E-438DC96EF2AB}" srcOrd="0" destOrd="1" presId="urn:microsoft.com/office/officeart/2018/5/layout/CenteredIconLabelDescriptionList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EC1CBC6F-C951-43DE-BF69-230A2F4800B6}" type="presOf" srcId="{9F8F3651-59E9-4269-AFE0-09022F2641E5}" destId="{B13BCD90-4678-4EBA-865E-438DC96EF2AB}" srcOrd="0" destOrd="0" presId="urn:microsoft.com/office/officeart/2018/5/layout/CenteredIconLabelDescriptionList"/>
    <dgm:cxn modelId="{6020AF56-DDAE-4B20-85A0-D1B9649214BC}" type="presOf" srcId="{29C6B8EC-1BEC-41BC-8E41-B7B6D0F68DE0}" destId="{47BB8071-44DA-46A4-AA9E-6FD7C4B231BA}" srcOrd="0" destOrd="0" presId="urn:microsoft.com/office/officeart/2018/5/layout/CenteredIconLabelDescriptionList"/>
    <dgm:cxn modelId="{FD15D17C-FC1D-4C32-A227-18C1EC898A64}" type="presOf" srcId="{8BD8BDB5-461B-4B57-85EE-74F76467EC92}" destId="{8AC032CC-0475-4FEA-9D21-A4442CA5E9BC}" srcOrd="0" destOrd="0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E9A56B89-FEB4-429C-BC5F-68B10FEA165C}" type="presOf" srcId="{225B702D-0461-481B-8A21-EF156FA3F4D3}" destId="{AA980E9A-FE33-4A78-A5B7-689120A83397}" srcOrd="0" destOrd="0" presId="urn:microsoft.com/office/officeart/2018/5/layout/CenteredIconLabelDescriptionList"/>
    <dgm:cxn modelId="{6293EDA8-3E53-4C4B-8B7E-2DC52FFBC92D}" srcId="{225B702D-0461-481B-8A21-EF156FA3F4D3}" destId="{CE5A8C00-F261-4A8B-8E67-F0D81A2439F1}" srcOrd="0" destOrd="0" parTransId="{5261D149-580C-4E49-8CBC-B068B8048B86}" sibTransId="{B9A041A4-B5E8-4C47-9766-493BE5CBC5A6}"/>
    <dgm:cxn modelId="{83C7CFAA-AB32-48D5-9BF7-1973362E8C26}" type="presOf" srcId="{DA1BB62C-96B9-4DA5-A211-FF769A3562DE}" destId="{5FE12465-6107-4411-87A9-4EBB3F01AD4A}" srcOrd="0" destOrd="1" presId="urn:microsoft.com/office/officeart/2018/5/layout/CenteredIconLabelDescriptionList"/>
    <dgm:cxn modelId="{C9284DAD-0ACB-4F22-8060-FEB29D6FF90B}" srcId="{8BD8BDB5-461B-4B57-85EE-74F76467EC92}" destId="{F7D05F1C-0AF0-45F9-8367-4664BD75FE94}" srcOrd="1" destOrd="0" parTransId="{2F89FA8E-5843-4403-B219-A6DC823C1626}" sibTransId="{8B7FB8AD-95A4-468E-9602-DA0BA2A5D5D6}"/>
    <dgm:cxn modelId="{28FF40B2-DE6A-4064-9880-24F8A3D8088C}" srcId="{225B702D-0461-481B-8A21-EF156FA3F4D3}" destId="{6656E50A-8245-40D0-8048-FF539F679C43}" srcOrd="2" destOrd="0" parTransId="{97A55B63-379D-4750-A6A3-CED82489C531}" sibTransId="{9DC6CBA7-80D4-43D0-B12B-15CC408EE58E}"/>
    <dgm:cxn modelId="{1B3449B4-2244-43B7-A533-74DE8C37F88E}" type="presOf" srcId="{4E1C5CFB-05FB-47E2-94C5-885EF49E2772}" destId="{A0E51B95-A5C1-4F87-A480-660CAFBC6880}" srcOrd="0" destOrd="0" presId="urn:microsoft.com/office/officeart/2018/5/layout/CenteredIconLabelDescriptionList"/>
    <dgm:cxn modelId="{3289AEC5-991B-45DA-BE92-40C704DBEEFD}" type="presOf" srcId="{6656E50A-8245-40D0-8048-FF539F679C43}" destId="{5FE12465-6107-4411-87A9-4EBB3F01AD4A}" srcOrd="0" destOrd="2" presId="urn:microsoft.com/office/officeart/2018/5/layout/CenteredIconLabelDescriptionList"/>
    <dgm:cxn modelId="{7C5361E2-15BD-4B98-8845-5A696C7C071B}" type="presOf" srcId="{CE5A8C00-F261-4A8B-8E67-F0D81A2439F1}" destId="{5FE12465-6107-4411-87A9-4EBB3F01AD4A}" srcOrd="0" destOrd="0" presId="urn:microsoft.com/office/officeart/2018/5/layout/CenteredIconLabelDescriptionList"/>
    <dgm:cxn modelId="{0C26C6EF-0151-4206-B2D1-7D9B2DD3F54E}" srcId="{225B702D-0461-481B-8A21-EF156FA3F4D3}" destId="{DA1BB62C-96B9-4DA5-A211-FF769A3562DE}" srcOrd="1" destOrd="0" parTransId="{68C5E541-18EE-4595-A959-8B0AA46CBDCE}" sibTransId="{E911FBAD-29C4-4B74-BFC5-85F288F952E0}"/>
    <dgm:cxn modelId="{EEE231DD-1C87-4B10-88E9-B7C4AEE827AE}" type="presParOf" srcId="{F28676FF-2711-49D3-ADA1-9CDD135E1ED1}" destId="{AF9C9CEB-9E1E-4285-B587-82FB02F3E936}" srcOrd="0" destOrd="0" presId="urn:microsoft.com/office/officeart/2018/5/layout/CenteredIconLabelDescriptionList"/>
    <dgm:cxn modelId="{FC6BE750-E7F5-4466-AC7B-913C6D907B07}" type="presParOf" srcId="{AF9C9CEB-9E1E-4285-B587-82FB02F3E936}" destId="{C17225F5-0448-4158-B3C5-BE5385D9D5C9}" srcOrd="0" destOrd="0" presId="urn:microsoft.com/office/officeart/2018/5/layout/CenteredIconLabelDescriptionList"/>
    <dgm:cxn modelId="{CA83659C-60AB-4570-8CC5-97B54372EEE8}" type="presParOf" srcId="{AF9C9CEB-9E1E-4285-B587-82FB02F3E936}" destId="{9FE1B098-1101-4032-9BFF-36ACB2F0A2C7}" srcOrd="1" destOrd="0" presId="urn:microsoft.com/office/officeart/2018/5/layout/CenteredIconLabelDescriptionList"/>
    <dgm:cxn modelId="{5F19E104-4E00-4835-A8DB-A70464CC2DAB}" type="presParOf" srcId="{AF9C9CEB-9E1E-4285-B587-82FB02F3E936}" destId="{A0E51B95-A5C1-4F87-A480-660CAFBC6880}" srcOrd="2" destOrd="0" presId="urn:microsoft.com/office/officeart/2018/5/layout/CenteredIconLabelDescriptionList"/>
    <dgm:cxn modelId="{8D986491-D635-4FF5-83B7-8FC6376DC790}" type="presParOf" srcId="{AF9C9CEB-9E1E-4285-B587-82FB02F3E936}" destId="{F7DC7FF2-76FA-4ACE-B539-EE1EB17541AF}" srcOrd="3" destOrd="0" presId="urn:microsoft.com/office/officeart/2018/5/layout/CenteredIconLabelDescriptionList"/>
    <dgm:cxn modelId="{466CE97A-A234-498C-AB76-6DA518E259AA}" type="presParOf" srcId="{AF9C9CEB-9E1E-4285-B587-82FB02F3E936}" destId="{47BB8071-44DA-46A4-AA9E-6FD7C4B231BA}" srcOrd="4" destOrd="0" presId="urn:microsoft.com/office/officeart/2018/5/layout/CenteredIconLabelDescriptionList"/>
    <dgm:cxn modelId="{379AD848-CFC2-4B6A-A8ED-D8AC0E43D209}" type="presParOf" srcId="{F28676FF-2711-49D3-ADA1-9CDD135E1ED1}" destId="{AAB2CB4A-1873-4CC0-8EF8-CBD9DE6EB4BF}" srcOrd="1" destOrd="0" presId="urn:microsoft.com/office/officeart/2018/5/layout/CenteredIconLabelDescriptionList"/>
    <dgm:cxn modelId="{367FDBD9-BFC1-478C-B8C1-87CF1754C9E4}" type="presParOf" srcId="{F28676FF-2711-49D3-ADA1-9CDD135E1ED1}" destId="{583C0E49-3A53-4B18-84B6-A61C2FE43F15}" srcOrd="2" destOrd="0" presId="urn:microsoft.com/office/officeart/2018/5/layout/CenteredIconLabelDescriptionList"/>
    <dgm:cxn modelId="{8E022BFB-1FD7-4D07-89AF-D6CC81E507CB}" type="presParOf" srcId="{583C0E49-3A53-4B18-84B6-A61C2FE43F15}" destId="{E2838515-3417-4EEB-B2E4-B090C7B3E23D}" srcOrd="0" destOrd="0" presId="urn:microsoft.com/office/officeart/2018/5/layout/CenteredIconLabelDescriptionList"/>
    <dgm:cxn modelId="{272A9569-BB56-4EA3-886B-0F9EF5F7C33A}" type="presParOf" srcId="{583C0E49-3A53-4B18-84B6-A61C2FE43F15}" destId="{A66B2CC8-937A-44E3-97E4-A8548689FA2D}" srcOrd="1" destOrd="0" presId="urn:microsoft.com/office/officeart/2018/5/layout/CenteredIconLabelDescriptionList"/>
    <dgm:cxn modelId="{5FAACC07-1C09-49BF-91CB-43F5152AF350}" type="presParOf" srcId="{583C0E49-3A53-4B18-84B6-A61C2FE43F15}" destId="{8AC032CC-0475-4FEA-9D21-A4442CA5E9BC}" srcOrd="2" destOrd="0" presId="urn:microsoft.com/office/officeart/2018/5/layout/CenteredIconLabelDescriptionList"/>
    <dgm:cxn modelId="{7B8DB6F4-4E0B-43AA-AFB3-B4E963CA488D}" type="presParOf" srcId="{583C0E49-3A53-4B18-84B6-A61C2FE43F15}" destId="{C978531F-219F-4B64-AACB-08F8559A99CC}" srcOrd="3" destOrd="0" presId="urn:microsoft.com/office/officeart/2018/5/layout/CenteredIconLabelDescriptionList"/>
    <dgm:cxn modelId="{52C5E3E3-26F4-48DB-805D-AF2BE9930A3E}" type="presParOf" srcId="{583C0E49-3A53-4B18-84B6-A61C2FE43F15}" destId="{B13BCD90-4678-4EBA-865E-438DC96EF2AB}" srcOrd="4" destOrd="0" presId="urn:microsoft.com/office/officeart/2018/5/layout/CenteredIconLabelDescriptionList"/>
    <dgm:cxn modelId="{545DA824-ADCC-4322-B2B2-6D2081C04CF5}" type="presParOf" srcId="{F28676FF-2711-49D3-ADA1-9CDD135E1ED1}" destId="{BA45A3B1-8F58-42D6-BD67-3E6AC6268543}" srcOrd="3" destOrd="0" presId="urn:microsoft.com/office/officeart/2018/5/layout/CenteredIconLabelDescriptionList"/>
    <dgm:cxn modelId="{8C94A470-7508-4F5B-804A-82B9810D47CA}" type="presParOf" srcId="{F28676FF-2711-49D3-ADA1-9CDD135E1ED1}" destId="{CE62A58F-7531-4EAE-B9BD-9B91A6D1EF96}" srcOrd="4" destOrd="0" presId="urn:microsoft.com/office/officeart/2018/5/layout/CenteredIconLabelDescriptionList"/>
    <dgm:cxn modelId="{C1227965-8B9D-44F7-8AE8-071B0A6A9F21}" type="presParOf" srcId="{CE62A58F-7531-4EAE-B9BD-9B91A6D1EF96}" destId="{93F2219F-7259-4575-BBF0-68B421623D7F}" srcOrd="0" destOrd="0" presId="urn:microsoft.com/office/officeart/2018/5/layout/CenteredIconLabelDescriptionList"/>
    <dgm:cxn modelId="{08E41561-FEB3-446B-BAD9-F4ABFF001436}" type="presParOf" srcId="{CE62A58F-7531-4EAE-B9BD-9B91A6D1EF96}" destId="{40FD589A-1C92-44F1-A6AB-234E4EBA6CCD}" srcOrd="1" destOrd="0" presId="urn:microsoft.com/office/officeart/2018/5/layout/CenteredIconLabelDescriptionList"/>
    <dgm:cxn modelId="{87EAC365-7B67-4E49-9A7F-DA6BB44F4871}" type="presParOf" srcId="{CE62A58F-7531-4EAE-B9BD-9B91A6D1EF96}" destId="{AA980E9A-FE33-4A78-A5B7-689120A83397}" srcOrd="2" destOrd="0" presId="urn:microsoft.com/office/officeart/2018/5/layout/CenteredIconLabelDescriptionList"/>
    <dgm:cxn modelId="{168A5FA1-C10C-4CE6-8C7F-B543B094AD1C}" type="presParOf" srcId="{CE62A58F-7531-4EAE-B9BD-9B91A6D1EF96}" destId="{E75E2FD0-A5B9-4E0A-B8FE-80A0E8BF13A8}" srcOrd="3" destOrd="0" presId="urn:microsoft.com/office/officeart/2018/5/layout/CenteredIconLabelDescriptionList"/>
    <dgm:cxn modelId="{17A2DC57-1A17-4142-B5DB-A0BF36172A2A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240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Einrichten einer Datenbank, um alle relevanten Informationen wie Routen, Sensordaten und Einstellungen effizient zu speichern und abzurufen.</a:t>
          </a:r>
          <a:endParaRPr lang="en-US" sz="2000" kern="1200" dirty="0"/>
        </a:p>
      </dsp:txBody>
      <dsp:txXfrm>
        <a:off x="53688" y="77773"/>
        <a:ext cx="7779324" cy="992424"/>
      </dsp:txXfrm>
    </dsp:sp>
    <dsp:sp modelId="{6E88EC39-FC2F-40DF-B771-7A4851DDF840}">
      <dsp:nvSpPr>
        <dsp:cNvPr id="0" name=""/>
        <dsp:cNvSpPr/>
      </dsp:nvSpPr>
      <dsp:spPr>
        <a:xfrm>
          <a:off x="0" y="11814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Das erneute abrufen von gefahrenen Routen zu einem späteren Zeitpunkt.</a:t>
          </a:r>
          <a:endParaRPr lang="en-US" sz="2000" kern="1200" dirty="0"/>
        </a:p>
      </dsp:txBody>
      <dsp:txXfrm>
        <a:off x="53688" y="1235173"/>
        <a:ext cx="7779324" cy="992424"/>
      </dsp:txXfrm>
    </dsp:sp>
    <dsp:sp modelId="{3792B7E3-13C6-414F-AA5D-0821C28100F1}">
      <dsp:nvSpPr>
        <dsp:cNvPr id="0" name=""/>
        <dsp:cNvSpPr/>
      </dsp:nvSpPr>
      <dsp:spPr>
        <a:xfrm>
          <a:off x="0" y="23388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Sensordaten</a:t>
          </a:r>
          <a:r>
            <a:rPr lang="en-US" sz="2000" kern="1200" dirty="0"/>
            <a:t> </a:t>
          </a:r>
          <a:r>
            <a:rPr lang="en-US" sz="2000" kern="1200" dirty="0" err="1"/>
            <a:t>auslesen</a:t>
          </a:r>
          <a:r>
            <a:rPr lang="en-US" sz="2000" kern="1200" dirty="0"/>
            <a:t> und </a:t>
          </a:r>
          <a:r>
            <a:rPr lang="en-US" sz="2000" kern="1200" dirty="0" err="1"/>
            <a:t>über</a:t>
          </a:r>
          <a:r>
            <a:rPr lang="en-US" sz="2000" kern="1200" dirty="0"/>
            <a:t> API </a:t>
          </a:r>
          <a:r>
            <a:rPr lang="en-US" sz="2000" kern="1200" dirty="0" err="1"/>
            <a:t>übergeben</a:t>
          </a:r>
          <a:endParaRPr lang="en-US" sz="2000" kern="1200" dirty="0"/>
        </a:p>
      </dsp:txBody>
      <dsp:txXfrm>
        <a:off x="53688" y="2392573"/>
        <a:ext cx="7779324" cy="992424"/>
      </dsp:txXfrm>
    </dsp:sp>
    <dsp:sp modelId="{F26C3B39-169B-4D11-A923-DC4345FA84DC}">
      <dsp:nvSpPr>
        <dsp:cNvPr id="0" name=""/>
        <dsp:cNvSpPr/>
      </dsp:nvSpPr>
      <dsp:spPr>
        <a:xfrm>
          <a:off x="0" y="3496285"/>
          <a:ext cx="78867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Vorbereitungen</a:t>
          </a:r>
          <a:r>
            <a:rPr lang="en-US" sz="2000" kern="1200" dirty="0"/>
            <a:t> von </a:t>
          </a:r>
          <a:r>
            <a:rPr lang="en-US" sz="2000" kern="1200" dirty="0" err="1"/>
            <a:t>Kartografie</a:t>
          </a:r>
          <a:r>
            <a:rPr lang="en-US" sz="2000" kern="1200" dirty="0"/>
            <a:t> für Sprint 4</a:t>
          </a:r>
        </a:p>
      </dsp:txBody>
      <dsp:txXfrm>
        <a:off x="53688" y="3549973"/>
        <a:ext cx="7779324" cy="992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943872" y="1175388"/>
          <a:ext cx="670359" cy="670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321393" y="1804382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Jonas:</a:t>
          </a:r>
          <a:endParaRPr lang="en-US" sz="1800" kern="1200">
            <a:latin typeface="+mn-lt"/>
          </a:endParaRPr>
        </a:p>
      </dsp:txBody>
      <dsp:txXfrm>
        <a:off x="321393" y="1804382"/>
        <a:ext cx="1915312" cy="287296"/>
      </dsp:txXfrm>
    </dsp:sp>
    <dsp:sp modelId="{47BB8071-44DA-46A4-AA9E-6FD7C4B231BA}">
      <dsp:nvSpPr>
        <dsp:cNvPr id="0" name=""/>
        <dsp:cNvSpPr/>
      </dsp:nvSpPr>
      <dsp:spPr>
        <a:xfrm>
          <a:off x="143078" y="2191580"/>
          <a:ext cx="2561270" cy="1409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Datenbank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Testen</a:t>
          </a:r>
        </a:p>
      </dsp:txBody>
      <dsp:txXfrm>
        <a:off x="143078" y="2191580"/>
        <a:ext cx="2561270" cy="1409820"/>
      </dsp:txXfrm>
    </dsp:sp>
    <dsp:sp modelId="{E2838515-3417-4EEB-B2E4-B090C7B3E23D}">
      <dsp:nvSpPr>
        <dsp:cNvPr id="0" name=""/>
        <dsp:cNvSpPr/>
      </dsp:nvSpPr>
      <dsp:spPr>
        <a:xfrm>
          <a:off x="3912520" y="1051977"/>
          <a:ext cx="670359" cy="670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310162" y="1746013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Florian:</a:t>
          </a:r>
          <a:endParaRPr lang="en-US" sz="1800" kern="1200">
            <a:latin typeface="+mn-lt"/>
          </a:endParaRPr>
        </a:p>
      </dsp:txBody>
      <dsp:txXfrm>
        <a:off x="3310162" y="1746013"/>
        <a:ext cx="1915312" cy="287296"/>
      </dsp:txXfrm>
    </dsp:sp>
    <dsp:sp modelId="{B13BCD90-4678-4EBA-865E-438DC96EF2AB}">
      <dsp:nvSpPr>
        <dsp:cNvPr id="0" name=""/>
        <dsp:cNvSpPr/>
      </dsp:nvSpPr>
      <dsp:spPr>
        <a:xfrm>
          <a:off x="2903598" y="2168278"/>
          <a:ext cx="2761037" cy="1555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Datenbank</a:t>
          </a:r>
          <a:endParaRPr lang="en-US" sz="1800" kern="1200" dirty="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Testen</a:t>
          </a:r>
        </a:p>
      </dsp:txBody>
      <dsp:txXfrm>
        <a:off x="2903598" y="2168278"/>
        <a:ext cx="2761037" cy="1555385"/>
      </dsp:txXfrm>
    </dsp:sp>
    <dsp:sp modelId="{93F2219F-7259-4575-BBF0-68B421623D7F}">
      <dsp:nvSpPr>
        <dsp:cNvPr id="0" name=""/>
        <dsp:cNvSpPr/>
      </dsp:nvSpPr>
      <dsp:spPr>
        <a:xfrm>
          <a:off x="6710515" y="1096388"/>
          <a:ext cx="670359" cy="670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101395" y="1774551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Philip:</a:t>
          </a:r>
          <a:endParaRPr lang="en-US" sz="1800" kern="1200">
            <a:latin typeface="+mn-lt"/>
          </a:endParaRPr>
        </a:p>
      </dsp:txBody>
      <dsp:txXfrm>
        <a:off x="6101395" y="1774551"/>
        <a:ext cx="1915312" cy="287296"/>
      </dsp:txXfrm>
    </dsp:sp>
    <dsp:sp modelId="{5FE12465-6107-4411-87A9-4EBB3F01AD4A}">
      <dsp:nvSpPr>
        <dsp:cNvPr id="0" name=""/>
        <dsp:cNvSpPr/>
      </dsp:nvSpPr>
      <dsp:spPr>
        <a:xfrm>
          <a:off x="5995602" y="2141529"/>
          <a:ext cx="2241509" cy="1280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Sensordaten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</a:rPr>
            <a:t>Projektdokumentation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</a:p>
      </dsp:txBody>
      <dsp:txXfrm>
        <a:off x="5995602" y="2141529"/>
        <a:ext cx="2241509" cy="1280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09.04.2025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 lIns="91440" tIns="45720" rIns="91440" bIns="45720" anchor="ctr"/>
          <a:lstStyle/>
          <a:p>
            <a:r>
              <a:rPr lang="de-DE" altLang="en-US" dirty="0">
                <a:latin typeface="Calibri"/>
                <a:ea typeface="Calibri"/>
                <a:cs typeface="Calibri"/>
              </a:rPr>
              <a:t>Sprint Review - Sprint 3</a:t>
            </a:r>
            <a:endParaRPr lang="de-DE" altLang="en-US" dirty="0">
              <a:latin typeface="Calibri" panose="020F050202020403020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>
                <a:latin typeface="Calibri" panose="020F0502020204030204" charset="0"/>
              </a:rPr>
              <a:t>SYP Projekt</a:t>
            </a:r>
          </a:p>
          <a:p>
            <a:pPr algn="ctr"/>
            <a:endParaRPr lang="de-DE" altLang="de-AT" sz="360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>
                <a:cs typeface="+mj-lt"/>
              </a:rPr>
              <a:t>Sprint 2 (13.02 - 12.03)</a:t>
            </a:r>
          </a:p>
          <a:p>
            <a:pPr algn="ctr"/>
            <a:endParaRPr lang="de-DE" altLang="de-AT" sz="360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1476884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2.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348748795"/>
              </p:ext>
            </p:extLst>
          </p:nvPr>
        </p:nvGraphicFramePr>
        <p:xfrm>
          <a:off x="683895" y="2132965"/>
          <a:ext cx="7688946" cy="227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Datenbank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Hafner, 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 dirty="0"/>
                        <a:t>Einrichten einer Datenbank, um alle relevanten Informationen wie Routen, Sensordaten und Einstellungen effizient zu speichern und abzurufen. Gespeicherte </a:t>
                      </a:r>
                      <a:r>
                        <a:rPr lang="de-DE" dirty="0" err="1"/>
                        <a:t>Map</a:t>
                      </a:r>
                      <a:r>
                        <a:rPr lang="de-DE" dirty="0"/>
                        <a:t> abfahren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 err="1">
                          <a:latin typeface="Calibri" panose="020F0502020204030204" charset="0"/>
                        </a:rPr>
                        <a:t>Ellmauthaler</a:t>
                      </a:r>
                      <a:endParaRPr lang="de-DE" altLang="en-US" dirty="0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Das auslesen und speichern von Sensordaten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24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4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Geplante </a:t>
            </a:r>
            <a:r>
              <a:rPr lang="de-DE" sz="2100" noProof="0" dirty="0" err="1"/>
              <a:t>Storypoints</a:t>
            </a:r>
            <a:r>
              <a:rPr lang="de-DE" sz="2100" noProof="0" dirty="0"/>
              <a:t>:	70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Erledigte </a:t>
            </a:r>
            <a:r>
              <a:rPr lang="de-DE" sz="2100" noProof="0" dirty="0" err="1"/>
              <a:t>Storypoints</a:t>
            </a:r>
            <a:r>
              <a:rPr lang="de-DE" sz="2100" dirty="0"/>
              <a:t>:	70</a:t>
            </a: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Offene </a:t>
            </a:r>
            <a:r>
              <a:rPr lang="de-DE" sz="2100" noProof="0" dirty="0" err="1"/>
              <a:t>Storypoints</a:t>
            </a:r>
            <a:r>
              <a:rPr lang="de-DE" sz="2100" noProof="0" dirty="0"/>
              <a:t>:</a:t>
            </a:r>
            <a:r>
              <a:rPr lang="de-DE" sz="2100" dirty="0"/>
              <a:t>	0</a:t>
            </a: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 dirty="0"/>
              <a:t>Verbleibende </a:t>
            </a:r>
            <a:r>
              <a:rPr lang="de-DE" sz="2100" noProof="0" dirty="0" err="1"/>
              <a:t>Storypoints</a:t>
            </a:r>
            <a:r>
              <a:rPr lang="de-DE" sz="2100" noProof="0" dirty="0"/>
              <a:t> in </a:t>
            </a:r>
            <a:r>
              <a:rPr lang="de-DE" sz="2100" noProof="0" dirty="0" err="1"/>
              <a:t>Product</a:t>
            </a:r>
            <a:r>
              <a:rPr lang="de-DE" sz="2100" noProof="0" dirty="0"/>
              <a:t> Backlog:	</a:t>
            </a:r>
            <a:r>
              <a:rPr lang="de-DE" sz="2100" dirty="0"/>
              <a:t>100</a:t>
            </a:r>
            <a:endParaRPr lang="de-DE" sz="2100" noProof="0" dirty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 dirty="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3065023"/>
              </p:ext>
            </p:extLst>
          </p:nvPr>
        </p:nvGraphicFramePr>
        <p:xfrm>
          <a:off x="117988" y="2272553"/>
          <a:ext cx="5004048" cy="3457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628800"/>
            <a:ext cx="706056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2:	65</a:t>
            </a:r>
          </a:p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3:	70</a:t>
            </a:r>
          </a:p>
          <a:p>
            <a:r>
              <a:rPr lang="de-DE" sz="1400" dirty="0">
                <a:latin typeface="Calibri"/>
                <a:ea typeface="Calibri"/>
                <a:cs typeface="Calibri"/>
              </a:rPr>
              <a:t>Velocity Sprint 1-n:	65,3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5</a:t>
            </a:fld>
            <a:endParaRPr lang="de-AT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B5CA1AE-92B2-CEC7-3A55-2AE2F8EA1513}"/>
              </a:ext>
              <a:ext uri="{147F2762-F138-4A5C-976F-8EAC2B608ADB}">
                <a16:predDERef xmlns:a16="http://schemas.microsoft.com/office/drawing/2014/main" pre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206325"/>
              </p:ext>
            </p:extLst>
          </p:nvPr>
        </p:nvGraphicFramePr>
        <p:xfrm>
          <a:off x="2253771" y="2735890"/>
          <a:ext cx="4634036" cy="324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6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702557"/>
              </p:ext>
            </p:extLst>
          </p:nvPr>
        </p:nvGraphicFramePr>
        <p:xfrm>
          <a:off x="663621" y="162806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 dirty="0"/>
              <a:t>Datenbank(en)</a:t>
            </a:r>
          </a:p>
          <a:p>
            <a:pPr lvl="1"/>
            <a:r>
              <a:rPr lang="de-AT" dirty="0"/>
              <a:t>Routen speichern</a:t>
            </a:r>
          </a:p>
          <a:p>
            <a:pPr lvl="1"/>
            <a:r>
              <a:rPr lang="de-AT" dirty="0"/>
              <a:t>Sensor Daten speichern</a:t>
            </a:r>
          </a:p>
          <a:p>
            <a:pPr lvl="1"/>
            <a:r>
              <a:rPr lang="de-AT" dirty="0"/>
              <a:t>Endpoints für die nächsten Sprints</a:t>
            </a:r>
          </a:p>
          <a:p>
            <a:pPr lvl="2"/>
            <a:r>
              <a:rPr lang="de-AT" dirty="0"/>
              <a:t>Gefahrenen Weg speichern &amp; wiedergeben (nachfahren)</a:t>
            </a:r>
          </a:p>
          <a:p>
            <a:pPr lvl="2"/>
            <a:r>
              <a:rPr lang="de-AT" dirty="0" err="1"/>
              <a:t>Map</a:t>
            </a:r>
            <a:endParaRPr lang="de-AT" dirty="0"/>
          </a:p>
          <a:p>
            <a:pPr lvl="2"/>
            <a:endParaRPr lang="de-AT" dirty="0"/>
          </a:p>
          <a:p>
            <a:r>
              <a:rPr lang="de-AT" dirty="0"/>
              <a:t>Einstellungen</a:t>
            </a:r>
          </a:p>
          <a:p>
            <a:r>
              <a:rPr lang="de-AT" dirty="0"/>
              <a:t>Sensordaten </a:t>
            </a:r>
          </a:p>
          <a:p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54EFAF-31A0-41ED-A74D-DAE704B6C081}">
  <ds:schemaRefs>
    <ds:schemaRef ds:uri="e330c3bd-b73b-44bd-ae32-0c4bdfdcab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Bildschirmpräsentation (4:3)</PresentationFormat>
  <Paragraphs>84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Sprint Review - Sprint 3</vt:lpstr>
      <vt:lpstr>Sprint Ziele</vt:lpstr>
      <vt:lpstr>Sprint Review</vt:lpstr>
      <vt:lpstr>Sprint Burndown-Chart</vt:lpstr>
      <vt:lpstr>Sprint Velocity</vt:lpstr>
      <vt:lpstr>Sprint Aufgaben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lastModifiedBy>Eder Jonas</cp:lastModifiedBy>
  <cp:revision>4</cp:revision>
  <cp:lastPrinted>2023-02-02T13:47:16Z</cp:lastPrinted>
  <dcterms:created xsi:type="dcterms:W3CDTF">2023-02-02T13:47:16Z</dcterms:created>
  <dcterms:modified xsi:type="dcterms:W3CDTF">2025-04-09T07:01:22Z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