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582" r:id="rId5"/>
    <p:sldId id="260" r:id="rId6"/>
    <p:sldId id="587" r:id="rId7"/>
    <p:sldId id="585" r:id="rId8"/>
    <p:sldId id="588" r:id="rId9"/>
    <p:sldId id="590" r:id="rId10"/>
    <p:sldId id="584" r:id="rId11"/>
    <p:sldId id="594" r:id="rId12"/>
    <p:sldId id="595" r:id="rId13"/>
    <p:sldId id="596" r:id="rId14"/>
    <p:sldId id="593" r:id="rId15"/>
    <p:sldId id="263" r:id="rId16"/>
    <p:sldId id="589" r:id="rId17"/>
    <p:sldId id="586" r:id="rId18"/>
    <p:sldId id="591" r:id="rId19"/>
    <p:sldId id="592" r:id="rId20"/>
    <p:sldId id="265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FD908A-04F2-42FD-9D83-6C5FF13C387F}" v="90" dt="2025-06-10T08:53:03.060"/>
    <p1510:client id="{C703798B-8973-4A24-BC1B-69022CBCDFBE}" v="2" dt="2025-06-10T10:58:08.6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fner Florian" userId="b48d43ab-bf96-491b-90f5-9683a08bc007" providerId="ADAL" clId="{47DCFCCD-CFAE-41F0-B7D7-D318ABD01B99}"/>
    <pc:docChg chg="addSld modSld">
      <pc:chgData name="Hafner Florian" userId="b48d43ab-bf96-491b-90f5-9683a08bc007" providerId="ADAL" clId="{47DCFCCD-CFAE-41F0-B7D7-D318ABD01B99}" dt="2025-05-28T07:11:44.195" v="18" actId="113"/>
      <pc:docMkLst>
        <pc:docMk/>
      </pc:docMkLst>
      <pc:sldChg chg="modSp new mod">
        <pc:chgData name="Hafner Florian" userId="b48d43ab-bf96-491b-90f5-9683a08bc007" providerId="ADAL" clId="{47DCFCCD-CFAE-41F0-B7D7-D318ABD01B99}" dt="2025-05-28T07:11:44.195" v="18" actId="113"/>
        <pc:sldMkLst>
          <pc:docMk/>
          <pc:sldMk cId="2995278676" sldId="586"/>
        </pc:sldMkLst>
        <pc:spChg chg="mod">
          <ac:chgData name="Hafner Florian" userId="b48d43ab-bf96-491b-90f5-9683a08bc007" providerId="ADAL" clId="{47DCFCCD-CFAE-41F0-B7D7-D318ABD01B99}" dt="2025-05-28T07:11:44.195" v="18" actId="113"/>
          <ac:spMkLst>
            <pc:docMk/>
            <pc:sldMk cId="2995278676" sldId="586"/>
            <ac:spMk id="2" creationId="{B0CC9680-7237-B98E-ADE2-DA05E1A8AE2F}"/>
          </ac:spMkLst>
        </pc:spChg>
      </pc:sldChg>
    </pc:docChg>
  </pc:docChgLst>
  <pc:docChgLst>
    <pc:chgData name="Ellmauthaler Philip" userId="S::philip.ellmauthaler@htl-saalfelden.at::5c6b7476-517f-484b-8d40-f259dc601a75" providerId="AD" clId="Web-{ACD2F10C-4CAB-4BE5-8F92-0E167CC2F0EA}"/>
    <pc:docChg chg="modSld">
      <pc:chgData name="Ellmauthaler Philip" userId="S::philip.ellmauthaler@htl-saalfelden.at::5c6b7476-517f-484b-8d40-f259dc601a75" providerId="AD" clId="Web-{ACD2F10C-4CAB-4BE5-8F92-0E167CC2F0EA}" dt="2025-05-28T05:57:44.590" v="3"/>
      <pc:docMkLst>
        <pc:docMk/>
      </pc:docMkLst>
      <pc:sldChg chg="modSp">
        <pc:chgData name="Ellmauthaler Philip" userId="S::philip.ellmauthaler@htl-saalfelden.at::5c6b7476-517f-484b-8d40-f259dc601a75" providerId="AD" clId="Web-{ACD2F10C-4CAB-4BE5-8F92-0E167CC2F0EA}" dt="2025-05-28T05:57:44.590" v="3"/>
        <pc:sldMkLst>
          <pc:docMk/>
          <pc:sldMk cId="0" sldId="582"/>
        </pc:sldMkLst>
        <pc:graphicFrameChg chg="mod modGraphic">
          <ac:chgData name="Ellmauthaler Philip" userId="S::philip.ellmauthaler@htl-saalfelden.at::5c6b7476-517f-484b-8d40-f259dc601a75" providerId="AD" clId="Web-{ACD2F10C-4CAB-4BE5-8F92-0E167CC2F0EA}" dt="2025-05-28T05:57:44.590" v="3"/>
          <ac:graphicFrameMkLst>
            <pc:docMk/>
            <pc:sldMk cId="0" sldId="582"/>
            <ac:graphicFrameMk id="4" creationId="{00000000-0000-0000-0000-000000000000}"/>
          </ac:graphicFrameMkLst>
        </pc:graphicFrameChg>
      </pc:sldChg>
    </pc:docChg>
  </pc:docChgLst>
  <pc:docChgLst>
    <pc:chgData name="Ellmauthaler Philip" userId="S::philip.ellmauthaler@htl-saalfelden.at::5c6b7476-517f-484b-8d40-f259dc601a75" providerId="AD" clId="Web-{EED56E5E-F8B6-4959-BEE0-52A2B187233C}"/>
    <pc:docChg chg="addSld delSld modSld">
      <pc:chgData name="Ellmauthaler Philip" userId="S::philip.ellmauthaler@htl-saalfelden.at::5c6b7476-517f-484b-8d40-f259dc601a75" providerId="AD" clId="Web-{EED56E5E-F8B6-4959-BEE0-52A2B187233C}" dt="2025-06-05T07:46:47.246" v="34"/>
      <pc:docMkLst>
        <pc:docMk/>
      </pc:docMkLst>
      <pc:sldChg chg="addSp delSp modSp">
        <pc:chgData name="Ellmauthaler Philip" userId="S::philip.ellmauthaler@htl-saalfelden.at::5c6b7476-517f-484b-8d40-f259dc601a75" providerId="AD" clId="Web-{EED56E5E-F8B6-4959-BEE0-52A2B187233C}" dt="2025-06-05T07:46:12.760" v="33" actId="1076"/>
        <pc:sldMkLst>
          <pc:docMk/>
          <pc:sldMk cId="777459448" sldId="593"/>
        </pc:sldMkLst>
        <pc:picChg chg="add mod ord">
          <ac:chgData name="Ellmauthaler Philip" userId="S::philip.ellmauthaler@htl-saalfelden.at::5c6b7476-517f-484b-8d40-f259dc601a75" providerId="AD" clId="Web-{EED56E5E-F8B6-4959-BEE0-52A2B187233C}" dt="2025-06-05T07:42:53.966" v="7" actId="1076"/>
          <ac:picMkLst>
            <pc:docMk/>
            <pc:sldMk cId="777459448" sldId="593"/>
            <ac:picMk id="4" creationId="{86648DA0-94B4-1401-973E-72A6BB50D630}"/>
          </ac:picMkLst>
        </pc:picChg>
        <pc:picChg chg="add mod">
          <ac:chgData name="Ellmauthaler Philip" userId="S::philip.ellmauthaler@htl-saalfelden.at::5c6b7476-517f-484b-8d40-f259dc601a75" providerId="AD" clId="Web-{EED56E5E-F8B6-4959-BEE0-52A2B187233C}" dt="2025-06-05T07:46:12.760" v="33" actId="1076"/>
          <ac:picMkLst>
            <pc:docMk/>
            <pc:sldMk cId="777459448" sldId="593"/>
            <ac:picMk id="6" creationId="{8EE1A3EA-E1AB-D167-54DC-6BF622073C17}"/>
          </ac:picMkLst>
        </pc:picChg>
        <pc:picChg chg="add mod">
          <ac:chgData name="Ellmauthaler Philip" userId="S::philip.ellmauthaler@htl-saalfelden.at::5c6b7476-517f-484b-8d40-f259dc601a75" providerId="AD" clId="Web-{EED56E5E-F8B6-4959-BEE0-52A2B187233C}" dt="2025-06-05T07:45:43.336" v="27" actId="1076"/>
          <ac:picMkLst>
            <pc:docMk/>
            <pc:sldMk cId="777459448" sldId="593"/>
            <ac:picMk id="7" creationId="{A76A4592-63F5-D727-5036-89BB409974F1}"/>
          </ac:picMkLst>
        </pc:picChg>
        <pc:picChg chg="add mod">
          <ac:chgData name="Ellmauthaler Philip" userId="S::philip.ellmauthaler@htl-saalfelden.at::5c6b7476-517f-484b-8d40-f259dc601a75" providerId="AD" clId="Web-{EED56E5E-F8B6-4959-BEE0-52A2B187233C}" dt="2025-06-05T07:46:06.072" v="32" actId="1076"/>
          <ac:picMkLst>
            <pc:docMk/>
            <pc:sldMk cId="777459448" sldId="593"/>
            <ac:picMk id="9" creationId="{CEDBC416-B7AA-628F-F582-245B5E80B494}"/>
          </ac:picMkLst>
        </pc:picChg>
      </pc:sldChg>
      <pc:sldChg chg="addSp delSp modSp new del">
        <pc:chgData name="Ellmauthaler Philip" userId="S::philip.ellmauthaler@htl-saalfelden.at::5c6b7476-517f-484b-8d40-f259dc601a75" providerId="AD" clId="Web-{EED56E5E-F8B6-4959-BEE0-52A2B187233C}" dt="2025-06-05T07:46:47.246" v="34"/>
        <pc:sldMkLst>
          <pc:docMk/>
          <pc:sldMk cId="2700741532" sldId="595"/>
        </pc:sldMkLst>
      </pc:sldChg>
    </pc:docChg>
  </pc:docChgLst>
  <pc:docChgLst>
    <pc:chgData name="Ellmauthaler Philip" userId="S::philip.ellmauthaler@htl-saalfelden.at::5c6b7476-517f-484b-8d40-f259dc601a75" providerId="AD" clId="Web-{B6FD908A-04F2-42FD-9D83-6C5FF13C387F}"/>
    <pc:docChg chg="modSld sldOrd">
      <pc:chgData name="Ellmauthaler Philip" userId="S::philip.ellmauthaler@htl-saalfelden.at::5c6b7476-517f-484b-8d40-f259dc601a75" providerId="AD" clId="Web-{B6FD908A-04F2-42FD-9D83-6C5FF13C387F}" dt="2025-06-10T08:53:00.779" v="92" actId="20577"/>
      <pc:docMkLst>
        <pc:docMk/>
      </pc:docMkLst>
      <pc:sldChg chg="modSp">
        <pc:chgData name="Ellmauthaler Philip" userId="S::philip.ellmauthaler@htl-saalfelden.at::5c6b7476-517f-484b-8d40-f259dc601a75" providerId="AD" clId="Web-{B6FD908A-04F2-42FD-9D83-6C5FF13C387F}" dt="2025-06-10T08:46:38.528" v="65" actId="20577"/>
        <pc:sldMkLst>
          <pc:docMk/>
          <pc:sldMk cId="3276337095" sldId="257"/>
        </pc:sldMkLst>
        <pc:spChg chg="mod">
          <ac:chgData name="Ellmauthaler Philip" userId="S::philip.ellmauthaler@htl-saalfelden.at::5c6b7476-517f-484b-8d40-f259dc601a75" providerId="AD" clId="Web-{B6FD908A-04F2-42FD-9D83-6C5FF13C387F}" dt="2025-06-10T08:46:38.528" v="65" actId="20577"/>
          <ac:spMkLst>
            <pc:docMk/>
            <pc:sldMk cId="3276337095" sldId="257"/>
            <ac:spMk id="3" creationId="{C3DAA8D4-D1A2-382A-098A-C52C9AE9B27E}"/>
          </ac:spMkLst>
        </pc:spChg>
      </pc:sldChg>
      <pc:sldChg chg="modSp ord">
        <pc:chgData name="Ellmauthaler Philip" userId="S::philip.ellmauthaler@htl-saalfelden.at::5c6b7476-517f-484b-8d40-f259dc601a75" providerId="AD" clId="Web-{B6FD908A-04F2-42FD-9D83-6C5FF13C387F}" dt="2025-06-10T08:53:00.779" v="92" actId="20577"/>
        <pc:sldMkLst>
          <pc:docMk/>
          <pc:sldMk cId="2710753856" sldId="584"/>
        </pc:sldMkLst>
        <pc:spChg chg="mod">
          <ac:chgData name="Ellmauthaler Philip" userId="S::philip.ellmauthaler@htl-saalfelden.at::5c6b7476-517f-484b-8d40-f259dc601a75" providerId="AD" clId="Web-{B6FD908A-04F2-42FD-9D83-6C5FF13C387F}" dt="2025-06-10T08:53:00.779" v="92" actId="20577"/>
          <ac:spMkLst>
            <pc:docMk/>
            <pc:sldMk cId="2710753856" sldId="584"/>
            <ac:spMk id="3" creationId="{A71E3E02-7C0F-B1BB-2FE0-58B3517DE798}"/>
          </ac:spMkLst>
        </pc:spChg>
      </pc:sldChg>
      <pc:sldChg chg="ord">
        <pc:chgData name="Ellmauthaler Philip" userId="S::philip.ellmauthaler@htl-saalfelden.at::5c6b7476-517f-484b-8d40-f259dc601a75" providerId="AD" clId="Web-{B6FD908A-04F2-42FD-9D83-6C5FF13C387F}" dt="2025-06-10T08:43:00.075" v="0"/>
        <pc:sldMkLst>
          <pc:docMk/>
          <pc:sldMk cId="4184655369" sldId="588"/>
        </pc:sldMkLst>
      </pc:sldChg>
      <pc:sldChg chg="ord">
        <pc:chgData name="Ellmauthaler Philip" userId="S::philip.ellmauthaler@htl-saalfelden.at::5c6b7476-517f-484b-8d40-f259dc601a75" providerId="AD" clId="Web-{B6FD908A-04F2-42FD-9D83-6C5FF13C387F}" dt="2025-06-10T08:44:17.466" v="8"/>
        <pc:sldMkLst>
          <pc:docMk/>
          <pc:sldMk cId="3864113954" sldId="589"/>
        </pc:sldMkLst>
      </pc:sldChg>
      <pc:sldChg chg="ord">
        <pc:chgData name="Ellmauthaler Philip" userId="S::philip.ellmauthaler@htl-saalfelden.at::5c6b7476-517f-484b-8d40-f259dc601a75" providerId="AD" clId="Web-{B6FD908A-04F2-42FD-9D83-6C5FF13C387F}" dt="2025-06-10T08:43:05.622" v="1"/>
        <pc:sldMkLst>
          <pc:docMk/>
          <pc:sldMk cId="3479725253" sldId="590"/>
        </pc:sldMkLst>
      </pc:sldChg>
      <pc:sldChg chg="ord">
        <pc:chgData name="Ellmauthaler Philip" userId="S::philip.ellmauthaler@htl-saalfelden.at::5c6b7476-517f-484b-8d40-f259dc601a75" providerId="AD" clId="Web-{B6FD908A-04F2-42FD-9D83-6C5FF13C387F}" dt="2025-06-10T08:44:10.591" v="7"/>
        <pc:sldMkLst>
          <pc:docMk/>
          <pc:sldMk cId="1720390518" sldId="594"/>
        </pc:sldMkLst>
      </pc:sldChg>
      <pc:sldChg chg="ord">
        <pc:chgData name="Ellmauthaler Philip" userId="S::philip.ellmauthaler@htl-saalfelden.at::5c6b7476-517f-484b-8d40-f259dc601a75" providerId="AD" clId="Web-{B6FD908A-04F2-42FD-9D83-6C5FF13C387F}" dt="2025-06-10T08:43:40.528" v="4"/>
        <pc:sldMkLst>
          <pc:docMk/>
          <pc:sldMk cId="1250553376" sldId="595"/>
        </pc:sldMkLst>
      </pc:sldChg>
      <pc:sldChg chg="ord">
        <pc:chgData name="Ellmauthaler Philip" userId="S::philip.ellmauthaler@htl-saalfelden.at::5c6b7476-517f-484b-8d40-f259dc601a75" providerId="AD" clId="Web-{B6FD908A-04F2-42FD-9D83-6C5FF13C387F}" dt="2025-06-10T08:43:45.216" v="5"/>
        <pc:sldMkLst>
          <pc:docMk/>
          <pc:sldMk cId="3676261710" sldId="596"/>
        </pc:sldMkLst>
      </pc:sldChg>
    </pc:docChg>
  </pc:docChgLst>
  <pc:docChgLst>
    <pc:chgData name="Ellmauthaler Philip" userId="5c6b7476-517f-484b-8d40-f259dc601a75" providerId="ADAL" clId="{1E68309B-5C63-416A-BFD3-9F4C62FAC426}"/>
    <pc:docChg chg="undo custSel addSld delSld modSld sldOrd">
      <pc:chgData name="Ellmauthaler Philip" userId="5c6b7476-517f-484b-8d40-f259dc601a75" providerId="ADAL" clId="{1E68309B-5C63-416A-BFD3-9F4C62FAC426}" dt="2025-06-05T08:20:03.660" v="1293" actId="20577"/>
      <pc:docMkLst>
        <pc:docMk/>
      </pc:docMkLst>
      <pc:sldChg chg="modSp mod">
        <pc:chgData name="Ellmauthaler Philip" userId="5c6b7476-517f-484b-8d40-f259dc601a75" providerId="ADAL" clId="{1E68309B-5C63-416A-BFD3-9F4C62FAC426}" dt="2025-05-22T07:57:36.011" v="862" actId="113"/>
        <pc:sldMkLst>
          <pc:docMk/>
          <pc:sldMk cId="375644642" sldId="256"/>
        </pc:sldMkLst>
        <pc:spChg chg="mod">
          <ac:chgData name="Ellmauthaler Philip" userId="5c6b7476-517f-484b-8d40-f259dc601a75" providerId="ADAL" clId="{1E68309B-5C63-416A-BFD3-9F4C62FAC426}" dt="2025-05-22T07:57:36.011" v="862" actId="113"/>
          <ac:spMkLst>
            <pc:docMk/>
            <pc:sldMk cId="375644642" sldId="256"/>
            <ac:spMk id="2" creationId="{77E43EBE-A735-37A8-85DA-67B355ACB9FB}"/>
          </ac:spMkLst>
        </pc:spChg>
        <pc:spChg chg="mod">
          <ac:chgData name="Ellmauthaler Philip" userId="5c6b7476-517f-484b-8d40-f259dc601a75" providerId="ADAL" clId="{1E68309B-5C63-416A-BFD3-9F4C62FAC426}" dt="2025-05-21T07:52:11.814" v="63" actId="20577"/>
          <ac:spMkLst>
            <pc:docMk/>
            <pc:sldMk cId="375644642" sldId="256"/>
            <ac:spMk id="3" creationId="{E437A6BD-9BA7-2FF9-6C5C-4A832C452DC5}"/>
          </ac:spMkLst>
        </pc:spChg>
      </pc:sldChg>
      <pc:sldChg chg="modSp new mod">
        <pc:chgData name="Ellmauthaler Philip" userId="5c6b7476-517f-484b-8d40-f259dc601a75" providerId="ADAL" clId="{1E68309B-5C63-416A-BFD3-9F4C62FAC426}" dt="2025-05-22T07:57:32.818" v="861" actId="113"/>
        <pc:sldMkLst>
          <pc:docMk/>
          <pc:sldMk cId="3276337095" sldId="257"/>
        </pc:sldMkLst>
        <pc:spChg chg="mod">
          <ac:chgData name="Ellmauthaler Philip" userId="5c6b7476-517f-484b-8d40-f259dc601a75" providerId="ADAL" clId="{1E68309B-5C63-416A-BFD3-9F4C62FAC426}" dt="2025-05-22T07:57:32.818" v="861" actId="113"/>
          <ac:spMkLst>
            <pc:docMk/>
            <pc:sldMk cId="3276337095" sldId="257"/>
            <ac:spMk id="2" creationId="{D11552CE-0124-A633-9D83-794FEC147AC8}"/>
          </ac:spMkLst>
        </pc:spChg>
        <pc:spChg chg="mod">
          <ac:chgData name="Ellmauthaler Philip" userId="5c6b7476-517f-484b-8d40-f259dc601a75" providerId="ADAL" clId="{1E68309B-5C63-416A-BFD3-9F4C62FAC426}" dt="2025-05-22T07:48:56.367" v="838" actId="20577"/>
          <ac:spMkLst>
            <pc:docMk/>
            <pc:sldMk cId="3276337095" sldId="257"/>
            <ac:spMk id="3" creationId="{C3DAA8D4-D1A2-382A-098A-C52C9AE9B27E}"/>
          </ac:spMkLst>
        </pc:spChg>
      </pc:sldChg>
      <pc:sldChg chg="addSp modSp new mod">
        <pc:chgData name="Ellmauthaler Philip" userId="5c6b7476-517f-484b-8d40-f259dc601a75" providerId="ADAL" clId="{1E68309B-5C63-416A-BFD3-9F4C62FAC426}" dt="2025-05-22T07:57:29.764" v="860" actId="113"/>
        <pc:sldMkLst>
          <pc:docMk/>
          <pc:sldMk cId="1838565241" sldId="258"/>
        </pc:sldMkLst>
        <pc:spChg chg="mod">
          <ac:chgData name="Ellmauthaler Philip" userId="5c6b7476-517f-484b-8d40-f259dc601a75" providerId="ADAL" clId="{1E68309B-5C63-416A-BFD3-9F4C62FAC426}" dt="2025-05-22T07:57:29.764" v="860" actId="113"/>
          <ac:spMkLst>
            <pc:docMk/>
            <pc:sldMk cId="1838565241" sldId="258"/>
            <ac:spMk id="2" creationId="{9FE8EE39-976B-343A-74AB-2F61404ED506}"/>
          </ac:spMkLst>
        </pc:spChg>
        <pc:spChg chg="mod">
          <ac:chgData name="Ellmauthaler Philip" userId="5c6b7476-517f-484b-8d40-f259dc601a75" providerId="ADAL" clId="{1E68309B-5C63-416A-BFD3-9F4C62FAC426}" dt="2025-05-22T06:19:10.793" v="595" actId="20577"/>
          <ac:spMkLst>
            <pc:docMk/>
            <pc:sldMk cId="1838565241" sldId="258"/>
            <ac:spMk id="3" creationId="{5EC1EAB2-2B80-AAE9-984C-5388DF3A9E95}"/>
          </ac:spMkLst>
        </pc:spChg>
        <pc:graphicFrameChg chg="add mod">
          <ac:chgData name="Ellmauthaler Philip" userId="5c6b7476-517f-484b-8d40-f259dc601a75" providerId="ADAL" clId="{1E68309B-5C63-416A-BFD3-9F4C62FAC426}" dt="2025-05-22T06:18:40.945" v="588" actId="1076"/>
          <ac:graphicFrameMkLst>
            <pc:docMk/>
            <pc:sldMk cId="1838565241" sldId="258"/>
            <ac:graphicFrameMk id="4" creationId="{E0ECFA66-2631-DA02-3211-09773E9AF8B3}"/>
          </ac:graphicFrameMkLst>
        </pc:graphicFrameChg>
      </pc:sldChg>
      <pc:sldChg chg="modSp new mod">
        <pc:chgData name="Ellmauthaler Philip" userId="5c6b7476-517f-484b-8d40-f259dc601a75" providerId="ADAL" clId="{1E68309B-5C63-416A-BFD3-9F4C62FAC426}" dt="2025-05-22T07:57:23.715" v="859" actId="113"/>
        <pc:sldMkLst>
          <pc:docMk/>
          <pc:sldMk cId="4258641046" sldId="259"/>
        </pc:sldMkLst>
      </pc:sldChg>
      <pc:sldChg chg="addSp modSp new mod">
        <pc:chgData name="Ellmauthaler Philip" userId="5c6b7476-517f-484b-8d40-f259dc601a75" providerId="ADAL" clId="{1E68309B-5C63-416A-BFD3-9F4C62FAC426}" dt="2025-05-22T06:11:25.619" v="470" actId="1076"/>
        <pc:sldMkLst>
          <pc:docMk/>
          <pc:sldMk cId="4000172230" sldId="260"/>
        </pc:sldMkLst>
        <pc:spChg chg="mod">
          <ac:chgData name="Ellmauthaler Philip" userId="5c6b7476-517f-484b-8d40-f259dc601a75" providerId="ADAL" clId="{1E68309B-5C63-416A-BFD3-9F4C62FAC426}" dt="2025-05-22T06:10:34.861" v="464" actId="20577"/>
          <ac:spMkLst>
            <pc:docMk/>
            <pc:sldMk cId="4000172230" sldId="260"/>
            <ac:spMk id="2" creationId="{1287D99D-31EC-9344-DEEE-9828FF5C35F2}"/>
          </ac:spMkLst>
        </pc:spChg>
        <pc:spChg chg="add mod">
          <ac:chgData name="Ellmauthaler Philip" userId="5c6b7476-517f-484b-8d40-f259dc601a75" providerId="ADAL" clId="{1E68309B-5C63-416A-BFD3-9F4C62FAC426}" dt="2025-05-22T06:11:03.476" v="466" actId="1076"/>
          <ac:spMkLst>
            <pc:docMk/>
            <pc:sldMk cId="4000172230" sldId="260"/>
            <ac:spMk id="3" creationId="{F3002ABF-E9C8-607E-6806-06C183032694}"/>
          </ac:spMkLst>
        </pc:spChg>
        <pc:graphicFrameChg chg="add mod">
          <ac:chgData name="Ellmauthaler Philip" userId="5c6b7476-517f-484b-8d40-f259dc601a75" providerId="ADAL" clId="{1E68309B-5C63-416A-BFD3-9F4C62FAC426}" dt="2025-05-22T06:11:25.619" v="470" actId="1076"/>
          <ac:graphicFrameMkLst>
            <pc:docMk/>
            <pc:sldMk cId="4000172230" sldId="260"/>
            <ac:graphicFrameMk id="4" creationId="{AB5CA1AE-92B2-CEC7-3A55-2AE2F8EA1513}"/>
          </ac:graphicFrameMkLst>
        </pc:graphicFrameChg>
      </pc:sldChg>
      <pc:sldChg chg="modSp new del mod">
        <pc:chgData name="Ellmauthaler Philip" userId="5c6b7476-517f-484b-8d40-f259dc601a75" providerId="ADAL" clId="{1E68309B-5C63-416A-BFD3-9F4C62FAC426}" dt="2025-05-22T07:50:13.850" v="852" actId="2696"/>
        <pc:sldMkLst>
          <pc:docMk/>
          <pc:sldMk cId="3608209966" sldId="261"/>
        </pc:sldMkLst>
      </pc:sldChg>
      <pc:sldChg chg="modSp new del mod">
        <pc:chgData name="Ellmauthaler Philip" userId="5c6b7476-517f-484b-8d40-f259dc601a75" providerId="ADAL" clId="{1E68309B-5C63-416A-BFD3-9F4C62FAC426}" dt="2025-05-22T07:50:16.808" v="853" actId="2696"/>
        <pc:sldMkLst>
          <pc:docMk/>
          <pc:sldMk cId="1397693996" sldId="262"/>
        </pc:sldMkLst>
      </pc:sldChg>
      <pc:sldChg chg="modSp new mod">
        <pc:chgData name="Ellmauthaler Philip" userId="5c6b7476-517f-484b-8d40-f259dc601a75" providerId="ADAL" clId="{1E68309B-5C63-416A-BFD3-9F4C62FAC426}" dt="2025-05-22T06:51:36.796" v="636" actId="113"/>
        <pc:sldMkLst>
          <pc:docMk/>
          <pc:sldMk cId="528940499" sldId="263"/>
        </pc:sldMkLst>
        <pc:spChg chg="mod">
          <ac:chgData name="Ellmauthaler Philip" userId="5c6b7476-517f-484b-8d40-f259dc601a75" providerId="ADAL" clId="{1E68309B-5C63-416A-BFD3-9F4C62FAC426}" dt="2025-05-22T06:51:36.796" v="636" actId="113"/>
          <ac:spMkLst>
            <pc:docMk/>
            <pc:sldMk cId="528940499" sldId="263"/>
            <ac:spMk id="2" creationId="{D9FF91D6-33C3-0452-B23C-49F1636DDF29}"/>
          </ac:spMkLst>
        </pc:spChg>
      </pc:sldChg>
      <pc:sldChg chg="new del">
        <pc:chgData name="Ellmauthaler Philip" userId="5c6b7476-517f-484b-8d40-f259dc601a75" providerId="ADAL" clId="{1E68309B-5C63-416A-BFD3-9F4C62FAC426}" dt="2025-05-22T06:51:11.284" v="617" actId="680"/>
        <pc:sldMkLst>
          <pc:docMk/>
          <pc:sldMk cId="1455945450" sldId="263"/>
        </pc:sldMkLst>
      </pc:sldChg>
      <pc:sldChg chg="modSp new mod ord">
        <pc:chgData name="Ellmauthaler Philip" userId="5c6b7476-517f-484b-8d40-f259dc601a75" providerId="ADAL" clId="{1E68309B-5C63-416A-BFD3-9F4C62FAC426}" dt="2025-05-22T07:57:14.443" v="857" actId="113"/>
        <pc:sldMkLst>
          <pc:docMk/>
          <pc:sldMk cId="3344795667" sldId="264"/>
        </pc:sldMkLst>
      </pc:sldChg>
      <pc:sldChg chg="modSp new mod">
        <pc:chgData name="Ellmauthaler Philip" userId="5c6b7476-517f-484b-8d40-f259dc601a75" providerId="ADAL" clId="{1E68309B-5C63-416A-BFD3-9F4C62FAC426}" dt="2025-05-22T06:52:22.310" v="693" actId="122"/>
        <pc:sldMkLst>
          <pc:docMk/>
          <pc:sldMk cId="962341324" sldId="265"/>
        </pc:sldMkLst>
        <pc:spChg chg="mod">
          <ac:chgData name="Ellmauthaler Philip" userId="5c6b7476-517f-484b-8d40-f259dc601a75" providerId="ADAL" clId="{1E68309B-5C63-416A-BFD3-9F4C62FAC426}" dt="2025-05-22T06:52:22.310" v="693" actId="122"/>
          <ac:spMkLst>
            <pc:docMk/>
            <pc:sldMk cId="962341324" sldId="265"/>
            <ac:spMk id="2" creationId="{9F6ED737-B492-27CF-3E06-5B83DD829E89}"/>
          </ac:spMkLst>
        </pc:spChg>
      </pc:sldChg>
      <pc:sldChg chg="modSp mod">
        <pc:chgData name="Ellmauthaler Philip" userId="5c6b7476-517f-484b-8d40-f259dc601a75" providerId="ADAL" clId="{1E68309B-5C63-416A-BFD3-9F4C62FAC426}" dt="2025-06-05T08:06:56.842" v="1126" actId="20577"/>
        <pc:sldMkLst>
          <pc:docMk/>
          <pc:sldMk cId="0" sldId="582"/>
        </pc:sldMkLst>
        <pc:spChg chg="mod">
          <ac:chgData name="Ellmauthaler Philip" userId="5c6b7476-517f-484b-8d40-f259dc601a75" providerId="ADAL" clId="{1E68309B-5C63-416A-BFD3-9F4C62FAC426}" dt="2025-05-22T08:02:13.114" v="863" actId="20577"/>
          <ac:spMkLst>
            <pc:docMk/>
            <pc:sldMk cId="0" sldId="582"/>
            <ac:spMk id="2" creationId="{00000000-0000-0000-0000-000000000000}"/>
          </ac:spMkLst>
        </pc:spChg>
        <pc:graphicFrameChg chg="modGraphic">
          <ac:chgData name="Ellmauthaler Philip" userId="5c6b7476-517f-484b-8d40-f259dc601a75" providerId="ADAL" clId="{1E68309B-5C63-416A-BFD3-9F4C62FAC426}" dt="2025-06-05T08:06:56.842" v="1126" actId="20577"/>
          <ac:graphicFrameMkLst>
            <pc:docMk/>
            <pc:sldMk cId="0" sldId="582"/>
            <ac:graphicFrameMk id="4" creationId="{00000000-0000-0000-0000-000000000000}"/>
          </ac:graphicFrameMkLst>
        </pc:graphicFrameChg>
      </pc:sldChg>
      <pc:sldChg chg="modSp new mod">
        <pc:chgData name="Ellmauthaler Philip" userId="5c6b7476-517f-484b-8d40-f259dc601a75" providerId="ADAL" clId="{1E68309B-5C63-416A-BFD3-9F4C62FAC426}" dt="2025-05-22T07:57:19.011" v="858" actId="113"/>
        <pc:sldMkLst>
          <pc:docMk/>
          <pc:sldMk cId="793165366" sldId="583"/>
        </pc:sldMkLst>
      </pc:sldChg>
      <pc:sldChg chg="modSp new mod">
        <pc:chgData name="Ellmauthaler Philip" userId="5c6b7476-517f-484b-8d40-f259dc601a75" providerId="ADAL" clId="{1E68309B-5C63-416A-BFD3-9F4C62FAC426}" dt="2025-05-28T06:00:10.812" v="1100" actId="20577"/>
        <pc:sldMkLst>
          <pc:docMk/>
          <pc:sldMk cId="2710753856" sldId="584"/>
        </pc:sldMkLst>
        <pc:spChg chg="mod">
          <ac:chgData name="Ellmauthaler Philip" userId="5c6b7476-517f-484b-8d40-f259dc601a75" providerId="ADAL" clId="{1E68309B-5C63-416A-BFD3-9F4C62FAC426}" dt="2025-05-22T08:03:58.340" v="914" actId="113"/>
          <ac:spMkLst>
            <pc:docMk/>
            <pc:sldMk cId="2710753856" sldId="584"/>
            <ac:spMk id="2" creationId="{58329117-7FF0-E73A-0A85-C2E56A7B99A4}"/>
          </ac:spMkLst>
        </pc:spChg>
        <pc:spChg chg="mod">
          <ac:chgData name="Ellmauthaler Philip" userId="5c6b7476-517f-484b-8d40-f259dc601a75" providerId="ADAL" clId="{1E68309B-5C63-416A-BFD3-9F4C62FAC426}" dt="2025-05-28T06:00:10.812" v="1100" actId="20577"/>
          <ac:spMkLst>
            <pc:docMk/>
            <pc:sldMk cId="2710753856" sldId="584"/>
            <ac:spMk id="3" creationId="{A71E3E02-7C0F-B1BB-2FE0-58B3517DE798}"/>
          </ac:spMkLst>
        </pc:spChg>
      </pc:sldChg>
      <pc:sldChg chg="modSp mod">
        <pc:chgData name="Ellmauthaler Philip" userId="5c6b7476-517f-484b-8d40-f259dc601a75" providerId="ADAL" clId="{1E68309B-5C63-416A-BFD3-9F4C62FAC426}" dt="2025-06-05T08:06:19.565" v="1112" actId="20577"/>
        <pc:sldMkLst>
          <pc:docMk/>
          <pc:sldMk cId="978403247" sldId="587"/>
        </pc:sldMkLst>
        <pc:spChg chg="mod">
          <ac:chgData name="Ellmauthaler Philip" userId="5c6b7476-517f-484b-8d40-f259dc601a75" providerId="ADAL" clId="{1E68309B-5C63-416A-BFD3-9F4C62FAC426}" dt="2025-06-05T08:06:19.565" v="1112" actId="20577"/>
          <ac:spMkLst>
            <pc:docMk/>
            <pc:sldMk cId="978403247" sldId="587"/>
            <ac:spMk id="5" creationId="{774DAC8A-90EA-8662-AC52-897B2615316F}"/>
          </ac:spMkLst>
        </pc:spChg>
      </pc:sldChg>
      <pc:sldChg chg="modSp">
        <pc:chgData name="Ellmauthaler Philip" userId="5c6b7476-517f-484b-8d40-f259dc601a75" providerId="ADAL" clId="{1E68309B-5C63-416A-BFD3-9F4C62FAC426}" dt="2025-06-05T08:08:00.550" v="1134" actId="20577"/>
        <pc:sldMkLst>
          <pc:docMk/>
          <pc:sldMk cId="3552080322" sldId="591"/>
        </pc:sldMkLst>
        <pc:graphicFrameChg chg="mod">
          <ac:chgData name="Ellmauthaler Philip" userId="5c6b7476-517f-484b-8d40-f259dc601a75" providerId="ADAL" clId="{1E68309B-5C63-416A-BFD3-9F4C62FAC426}" dt="2025-06-05T08:08:00.550" v="1134" actId="20577"/>
          <ac:graphicFrameMkLst>
            <pc:docMk/>
            <pc:sldMk cId="3552080322" sldId="591"/>
            <ac:graphicFrameMk id="6" creationId="{95C24B81-2FD3-9EF1-A2A3-93C5235FA61E}"/>
          </ac:graphicFrameMkLst>
        </pc:graphicFrameChg>
      </pc:sldChg>
      <pc:sldChg chg="addSp delSp modSp mod">
        <pc:chgData name="Ellmauthaler Philip" userId="5c6b7476-517f-484b-8d40-f259dc601a75" providerId="ADAL" clId="{1E68309B-5C63-416A-BFD3-9F4C62FAC426}" dt="2025-06-05T08:00:28.335" v="1108" actId="1076"/>
        <pc:sldMkLst>
          <pc:docMk/>
          <pc:sldMk cId="1720390518" sldId="594"/>
        </pc:sldMkLst>
        <pc:picChg chg="add mod ord">
          <ac:chgData name="Ellmauthaler Philip" userId="5c6b7476-517f-484b-8d40-f259dc601a75" providerId="ADAL" clId="{1E68309B-5C63-416A-BFD3-9F4C62FAC426}" dt="2025-06-05T08:00:28.335" v="1108" actId="1076"/>
          <ac:picMkLst>
            <pc:docMk/>
            <pc:sldMk cId="1720390518" sldId="594"/>
            <ac:picMk id="5" creationId="{6C27E948-49B5-2F7F-A6A5-9F1BB8541431}"/>
          </ac:picMkLst>
        </pc:picChg>
        <pc:picChg chg="add mod">
          <ac:chgData name="Ellmauthaler Philip" userId="5c6b7476-517f-484b-8d40-f259dc601a75" providerId="ADAL" clId="{1E68309B-5C63-416A-BFD3-9F4C62FAC426}" dt="2025-06-05T07:59:24.029" v="1104" actId="1076"/>
          <ac:picMkLst>
            <pc:docMk/>
            <pc:sldMk cId="1720390518" sldId="594"/>
            <ac:picMk id="7" creationId="{82873C5B-C09A-84F4-D4EE-5085661F14C4}"/>
          </ac:picMkLst>
        </pc:picChg>
        <pc:picChg chg="add mod">
          <ac:chgData name="Ellmauthaler Philip" userId="5c6b7476-517f-484b-8d40-f259dc601a75" providerId="ADAL" clId="{1E68309B-5C63-416A-BFD3-9F4C62FAC426}" dt="2025-06-05T08:00:23.855" v="1107" actId="1076"/>
          <ac:picMkLst>
            <pc:docMk/>
            <pc:sldMk cId="1720390518" sldId="594"/>
            <ac:picMk id="9" creationId="{9784ADB5-0C34-EE59-E26C-CF7C485AED8E}"/>
          </ac:picMkLst>
        </pc:picChg>
      </pc:sldChg>
      <pc:sldChg chg="modSp mod">
        <pc:chgData name="Ellmauthaler Philip" userId="5c6b7476-517f-484b-8d40-f259dc601a75" providerId="ADAL" clId="{1E68309B-5C63-416A-BFD3-9F4C62FAC426}" dt="2025-06-05T08:20:03.660" v="1293" actId="20577"/>
        <pc:sldMkLst>
          <pc:docMk/>
          <pc:sldMk cId="1250553376" sldId="595"/>
        </pc:sldMkLst>
        <pc:spChg chg="mod">
          <ac:chgData name="Ellmauthaler Philip" userId="5c6b7476-517f-484b-8d40-f259dc601a75" providerId="ADAL" clId="{1E68309B-5C63-416A-BFD3-9F4C62FAC426}" dt="2025-06-05T08:20:03.660" v="1293" actId="20577"/>
          <ac:spMkLst>
            <pc:docMk/>
            <pc:sldMk cId="1250553376" sldId="595"/>
            <ac:spMk id="8" creationId="{27A875B1-B7D5-AA3C-05A3-BA18A91328B0}"/>
          </ac:spMkLst>
        </pc:spChg>
      </pc:sldChg>
    </pc:docChg>
  </pc:docChgLst>
  <pc:docChgLst>
    <pc:chgData name="Eder Jonas" userId="fa0059ff-45ff-44a0-8b68-1ddf442034b8" providerId="ADAL" clId="{C703798B-8973-4A24-BC1B-69022CBCDFBE}"/>
    <pc:docChg chg="undo custSel addSld delSld modSld sldOrd">
      <pc:chgData name="Eder Jonas" userId="fa0059ff-45ff-44a0-8b68-1ddf442034b8" providerId="ADAL" clId="{C703798B-8973-4A24-BC1B-69022CBCDFBE}" dt="2025-06-10T10:58:08.628" v="1392" actId="20577"/>
      <pc:docMkLst>
        <pc:docMk/>
      </pc:docMkLst>
      <pc:sldChg chg="addSp delSp modSp mod setBg">
        <pc:chgData name="Eder Jonas" userId="fa0059ff-45ff-44a0-8b68-1ddf442034b8" providerId="ADAL" clId="{C703798B-8973-4A24-BC1B-69022CBCDFBE}" dt="2025-06-04T06:45:52.364" v="344" actId="26606"/>
        <pc:sldMkLst>
          <pc:docMk/>
          <pc:sldMk cId="375644642" sldId="256"/>
        </pc:sldMkLst>
        <pc:spChg chg="mod">
          <ac:chgData name="Eder Jonas" userId="fa0059ff-45ff-44a0-8b68-1ddf442034b8" providerId="ADAL" clId="{C703798B-8973-4A24-BC1B-69022CBCDFBE}" dt="2025-06-04T06:45:52.364" v="344" actId="26606"/>
          <ac:spMkLst>
            <pc:docMk/>
            <pc:sldMk cId="375644642" sldId="256"/>
            <ac:spMk id="2" creationId="{77E43EBE-A735-37A8-85DA-67B355ACB9FB}"/>
          </ac:spMkLst>
        </pc:spChg>
        <pc:spChg chg="mod">
          <ac:chgData name="Eder Jonas" userId="fa0059ff-45ff-44a0-8b68-1ddf442034b8" providerId="ADAL" clId="{C703798B-8973-4A24-BC1B-69022CBCDFBE}" dt="2025-06-04T06:45:52.364" v="344" actId="26606"/>
          <ac:spMkLst>
            <pc:docMk/>
            <pc:sldMk cId="375644642" sldId="256"/>
            <ac:spMk id="3" creationId="{E437A6BD-9BA7-2FF9-6C5C-4A832C452DC5}"/>
          </ac:spMkLst>
        </pc:spChg>
        <pc:spChg chg="add">
          <ac:chgData name="Eder Jonas" userId="fa0059ff-45ff-44a0-8b68-1ddf442034b8" providerId="ADAL" clId="{C703798B-8973-4A24-BC1B-69022CBCDFBE}" dt="2025-06-04T06:45:52.364" v="344" actId="26606"/>
          <ac:spMkLst>
            <pc:docMk/>
            <pc:sldMk cId="375644642" sldId="256"/>
            <ac:spMk id="16" creationId="{DF05ACD0-FF4A-4F8F-B5C5-6A4EBD0D1B38}"/>
          </ac:spMkLst>
        </pc:spChg>
        <pc:spChg chg="add">
          <ac:chgData name="Eder Jonas" userId="fa0059ff-45ff-44a0-8b68-1ddf442034b8" providerId="ADAL" clId="{C703798B-8973-4A24-BC1B-69022CBCDFBE}" dt="2025-06-04T06:45:52.364" v="344" actId="26606"/>
          <ac:spMkLst>
            <pc:docMk/>
            <pc:sldMk cId="375644642" sldId="256"/>
            <ac:spMk id="17" creationId="{4C9AFA28-B5ED-4346-9AF7-68A157F16C7E}"/>
          </ac:spMkLst>
        </pc:spChg>
        <pc:picChg chg="add mod ord">
          <ac:chgData name="Eder Jonas" userId="fa0059ff-45ff-44a0-8b68-1ddf442034b8" providerId="ADAL" clId="{C703798B-8973-4A24-BC1B-69022CBCDFBE}" dt="2025-06-04T06:45:52.364" v="344" actId="26606"/>
          <ac:picMkLst>
            <pc:docMk/>
            <pc:sldMk cId="375644642" sldId="256"/>
            <ac:picMk id="6" creationId="{5169C6B7-58CC-99EC-1817-143AA691ED31}"/>
          </ac:picMkLst>
        </pc:picChg>
      </pc:sldChg>
      <pc:sldChg chg="addSp delSp modSp mod setBg">
        <pc:chgData name="Eder Jonas" userId="fa0059ff-45ff-44a0-8b68-1ddf442034b8" providerId="ADAL" clId="{C703798B-8973-4A24-BC1B-69022CBCDFBE}" dt="2025-06-05T07:23:19.868" v="1206" actId="14100"/>
        <pc:sldMkLst>
          <pc:docMk/>
          <pc:sldMk cId="3276337095" sldId="257"/>
        </pc:sldMkLst>
        <pc:spChg chg="mod">
          <ac:chgData name="Eder Jonas" userId="fa0059ff-45ff-44a0-8b68-1ddf442034b8" providerId="ADAL" clId="{C703798B-8973-4A24-BC1B-69022CBCDFBE}" dt="2025-06-05T07:23:11.111" v="1204" actId="26606"/>
          <ac:spMkLst>
            <pc:docMk/>
            <pc:sldMk cId="3276337095" sldId="257"/>
            <ac:spMk id="2" creationId="{D11552CE-0124-A633-9D83-794FEC147AC8}"/>
          </ac:spMkLst>
        </pc:spChg>
        <pc:spChg chg="mod">
          <ac:chgData name="Eder Jonas" userId="fa0059ff-45ff-44a0-8b68-1ddf442034b8" providerId="ADAL" clId="{C703798B-8973-4A24-BC1B-69022CBCDFBE}" dt="2025-06-05T07:23:19.868" v="1206" actId="14100"/>
          <ac:spMkLst>
            <pc:docMk/>
            <pc:sldMk cId="3276337095" sldId="257"/>
            <ac:spMk id="3" creationId="{C3DAA8D4-D1A2-382A-098A-C52C9AE9B27E}"/>
          </ac:spMkLst>
        </pc:spChg>
        <pc:spChg chg="add">
          <ac:chgData name="Eder Jonas" userId="fa0059ff-45ff-44a0-8b68-1ddf442034b8" providerId="ADAL" clId="{C703798B-8973-4A24-BC1B-69022CBCDFBE}" dt="2025-06-05T07:23:11.111" v="1204" actId="26606"/>
          <ac:spMkLst>
            <pc:docMk/>
            <pc:sldMk cId="3276337095" sldId="257"/>
            <ac:spMk id="18" creationId="{362810D9-2C5A-477D-949C-C191895477F3}"/>
          </ac:spMkLst>
        </pc:spChg>
        <pc:spChg chg="add">
          <ac:chgData name="Eder Jonas" userId="fa0059ff-45ff-44a0-8b68-1ddf442034b8" providerId="ADAL" clId="{C703798B-8973-4A24-BC1B-69022CBCDFBE}" dt="2025-06-05T07:23:11.111" v="1204" actId="26606"/>
          <ac:spMkLst>
            <pc:docMk/>
            <pc:sldMk cId="3276337095" sldId="257"/>
            <ac:spMk id="20" creationId="{081E4A58-353D-44AE-B2FC-2A74E2E400F7}"/>
          </ac:spMkLst>
        </pc:spChg>
        <pc:picChg chg="add">
          <ac:chgData name="Eder Jonas" userId="fa0059ff-45ff-44a0-8b68-1ddf442034b8" providerId="ADAL" clId="{C703798B-8973-4A24-BC1B-69022CBCDFBE}" dt="2025-06-05T07:23:11.111" v="1204" actId="26606"/>
          <ac:picMkLst>
            <pc:docMk/>
            <pc:sldMk cId="3276337095" sldId="257"/>
            <ac:picMk id="14" creationId="{C96DFB6C-E5A1-81C4-53C6-355E293EDA8B}"/>
          </ac:picMkLst>
        </pc:picChg>
      </pc:sldChg>
      <pc:sldChg chg="modSp">
        <pc:chgData name="Eder Jonas" userId="fa0059ff-45ff-44a0-8b68-1ddf442034b8" providerId="ADAL" clId="{C703798B-8973-4A24-BC1B-69022CBCDFBE}" dt="2025-06-10T09:12:41.075" v="1391"/>
        <pc:sldMkLst>
          <pc:docMk/>
          <pc:sldMk cId="1838565241" sldId="258"/>
        </pc:sldMkLst>
        <pc:graphicFrameChg chg="mod">
          <ac:chgData name="Eder Jonas" userId="fa0059ff-45ff-44a0-8b68-1ddf442034b8" providerId="ADAL" clId="{C703798B-8973-4A24-BC1B-69022CBCDFBE}" dt="2025-06-10T09:12:41.075" v="1391"/>
          <ac:graphicFrameMkLst>
            <pc:docMk/>
            <pc:sldMk cId="1838565241" sldId="258"/>
            <ac:graphicFrameMk id="4" creationId="{E0ECFA66-2631-DA02-3211-09773E9AF8B3}"/>
          </ac:graphicFrameMkLst>
        </pc:graphicFrameChg>
      </pc:sldChg>
      <pc:sldChg chg="addSp delSp modSp del mod">
        <pc:chgData name="Eder Jonas" userId="fa0059ff-45ff-44a0-8b68-1ddf442034b8" providerId="ADAL" clId="{C703798B-8973-4A24-BC1B-69022CBCDFBE}" dt="2025-06-04T06:44:55.918" v="336" actId="47"/>
        <pc:sldMkLst>
          <pc:docMk/>
          <pc:sldMk cId="4258641046" sldId="259"/>
        </pc:sldMkLst>
      </pc:sldChg>
      <pc:sldChg chg="addSp modSp mod ord setBg">
        <pc:chgData name="Eder Jonas" userId="fa0059ff-45ff-44a0-8b68-1ddf442034b8" providerId="ADAL" clId="{C703798B-8973-4A24-BC1B-69022CBCDFBE}" dt="2025-06-05T06:55:06.015" v="689"/>
        <pc:sldMkLst>
          <pc:docMk/>
          <pc:sldMk cId="4000172230" sldId="260"/>
        </pc:sldMkLst>
        <pc:spChg chg="mod">
          <ac:chgData name="Eder Jonas" userId="fa0059ff-45ff-44a0-8b68-1ddf442034b8" providerId="ADAL" clId="{C703798B-8973-4A24-BC1B-69022CBCDFBE}" dt="2025-06-04T06:52:20.893" v="374" actId="26606"/>
          <ac:spMkLst>
            <pc:docMk/>
            <pc:sldMk cId="4000172230" sldId="260"/>
            <ac:spMk id="2" creationId="{1287D99D-31EC-9344-DEEE-9828FF5C35F2}"/>
          </ac:spMkLst>
        </pc:spChg>
        <pc:spChg chg="mod">
          <ac:chgData name="Eder Jonas" userId="fa0059ff-45ff-44a0-8b68-1ddf442034b8" providerId="ADAL" clId="{C703798B-8973-4A24-BC1B-69022CBCDFBE}" dt="2025-06-04T06:52:20.893" v="374" actId="26606"/>
          <ac:spMkLst>
            <pc:docMk/>
            <pc:sldMk cId="4000172230" sldId="260"/>
            <ac:spMk id="3" creationId="{F3002ABF-E9C8-607E-6806-06C183032694}"/>
          </ac:spMkLst>
        </pc:spChg>
        <pc:spChg chg="add">
          <ac:chgData name="Eder Jonas" userId="fa0059ff-45ff-44a0-8b68-1ddf442034b8" providerId="ADAL" clId="{C703798B-8973-4A24-BC1B-69022CBCDFBE}" dt="2025-06-04T06:52:20.893" v="374" actId="26606"/>
          <ac:spMkLst>
            <pc:docMk/>
            <pc:sldMk cId="4000172230" sldId="260"/>
            <ac:spMk id="9" creationId="{AF6CB648-9554-488A-B457-99CAAD1DA528}"/>
          </ac:spMkLst>
        </pc:spChg>
        <pc:spChg chg="add">
          <ac:chgData name="Eder Jonas" userId="fa0059ff-45ff-44a0-8b68-1ddf442034b8" providerId="ADAL" clId="{C703798B-8973-4A24-BC1B-69022CBCDFBE}" dt="2025-06-04T06:52:20.893" v="374" actId="26606"/>
          <ac:spMkLst>
            <pc:docMk/>
            <pc:sldMk cId="4000172230" sldId="260"/>
            <ac:spMk id="11" creationId="{E3ADCBE7-9330-1CDA-00EB-CDD12DB722FF}"/>
          </ac:spMkLst>
        </pc:spChg>
        <pc:graphicFrameChg chg="add mod">
          <ac:chgData name="Eder Jonas" userId="fa0059ff-45ff-44a0-8b68-1ddf442034b8" providerId="ADAL" clId="{C703798B-8973-4A24-BC1B-69022CBCDFBE}" dt="2025-06-04T06:52:20.893" v="374" actId="26606"/>
          <ac:graphicFrameMkLst>
            <pc:docMk/>
            <pc:sldMk cId="4000172230" sldId="260"/>
            <ac:graphicFrameMk id="4" creationId="{AB5CA1AE-92B2-CEC7-3A55-2AE2F8EA1513}"/>
          </ac:graphicFrameMkLst>
        </pc:graphicFrameChg>
      </pc:sldChg>
      <pc:sldChg chg="ord">
        <pc:chgData name="Eder Jonas" userId="fa0059ff-45ff-44a0-8b68-1ddf442034b8" providerId="ADAL" clId="{C703798B-8973-4A24-BC1B-69022CBCDFBE}" dt="2025-06-05T07:16:26.770" v="1008"/>
        <pc:sldMkLst>
          <pc:docMk/>
          <pc:sldMk cId="528940499" sldId="263"/>
        </pc:sldMkLst>
      </pc:sldChg>
      <pc:sldChg chg="del ord">
        <pc:chgData name="Eder Jonas" userId="fa0059ff-45ff-44a0-8b68-1ddf442034b8" providerId="ADAL" clId="{C703798B-8973-4A24-BC1B-69022CBCDFBE}" dt="2025-06-05T06:59:48.486" v="701" actId="47"/>
        <pc:sldMkLst>
          <pc:docMk/>
          <pc:sldMk cId="3344795667" sldId="264"/>
        </pc:sldMkLst>
      </pc:sldChg>
      <pc:sldChg chg="addSp modSp mod setBg">
        <pc:chgData name="Eder Jonas" userId="fa0059ff-45ff-44a0-8b68-1ddf442034b8" providerId="ADAL" clId="{C703798B-8973-4A24-BC1B-69022CBCDFBE}" dt="2025-06-05T07:17:40.091" v="1011" actId="26606"/>
        <pc:sldMkLst>
          <pc:docMk/>
          <pc:sldMk cId="962341324" sldId="265"/>
        </pc:sldMkLst>
        <pc:spChg chg="mod ord">
          <ac:chgData name="Eder Jonas" userId="fa0059ff-45ff-44a0-8b68-1ddf442034b8" providerId="ADAL" clId="{C703798B-8973-4A24-BC1B-69022CBCDFBE}" dt="2025-06-05T07:17:40.091" v="1011" actId="26606"/>
          <ac:spMkLst>
            <pc:docMk/>
            <pc:sldMk cId="962341324" sldId="265"/>
            <ac:spMk id="2" creationId="{9F6ED737-B492-27CF-3E06-5B83DD829E89}"/>
          </ac:spMkLst>
        </pc:spChg>
        <pc:spChg chg="add">
          <ac:chgData name="Eder Jonas" userId="fa0059ff-45ff-44a0-8b68-1ddf442034b8" providerId="ADAL" clId="{C703798B-8973-4A24-BC1B-69022CBCDFBE}" dt="2025-06-05T07:17:40.091" v="1011" actId="26606"/>
          <ac:spMkLst>
            <pc:docMk/>
            <pc:sldMk cId="962341324" sldId="265"/>
            <ac:spMk id="4103" creationId="{ECC07320-C2CA-4E29-8481-9D9E143C7788}"/>
          </ac:spMkLst>
        </pc:spChg>
        <pc:spChg chg="add">
          <ac:chgData name="Eder Jonas" userId="fa0059ff-45ff-44a0-8b68-1ddf442034b8" providerId="ADAL" clId="{C703798B-8973-4A24-BC1B-69022CBCDFBE}" dt="2025-06-05T07:17:40.091" v="1011" actId="26606"/>
          <ac:spMkLst>
            <pc:docMk/>
            <pc:sldMk cId="962341324" sldId="265"/>
            <ac:spMk id="4105" creationId="{178FB36B-5BFE-42CA-BC60-1115E0D95EEC}"/>
          </ac:spMkLst>
        </pc:spChg>
        <pc:picChg chg="add mod">
          <ac:chgData name="Eder Jonas" userId="fa0059ff-45ff-44a0-8b68-1ddf442034b8" providerId="ADAL" clId="{C703798B-8973-4A24-BC1B-69022CBCDFBE}" dt="2025-06-05T07:17:40.091" v="1011" actId="26606"/>
          <ac:picMkLst>
            <pc:docMk/>
            <pc:sldMk cId="962341324" sldId="265"/>
            <ac:picMk id="4098" creationId="{04BBD411-9EBA-49D8-DB1A-F729974419C6}"/>
          </ac:picMkLst>
        </pc:picChg>
      </pc:sldChg>
      <pc:sldChg chg="new del">
        <pc:chgData name="Eder Jonas" userId="fa0059ff-45ff-44a0-8b68-1ddf442034b8" providerId="ADAL" clId="{C703798B-8973-4A24-BC1B-69022CBCDFBE}" dt="2025-05-22T07:19:35.039" v="2" actId="47"/>
        <pc:sldMkLst>
          <pc:docMk/>
          <pc:sldMk cId="2312070176" sldId="266"/>
        </pc:sldMkLst>
      </pc:sldChg>
      <pc:sldChg chg="delSp modSp add mod">
        <pc:chgData name="Eder Jonas" userId="fa0059ff-45ff-44a0-8b68-1ddf442034b8" providerId="ADAL" clId="{C703798B-8973-4A24-BC1B-69022CBCDFBE}" dt="2025-06-10T08:15:46.238" v="1390" actId="20577"/>
        <pc:sldMkLst>
          <pc:docMk/>
          <pc:sldMk cId="0" sldId="582"/>
        </pc:sldMkLst>
        <pc:spChg chg="mod">
          <ac:chgData name="Eder Jonas" userId="fa0059ff-45ff-44a0-8b68-1ddf442034b8" providerId="ADAL" clId="{C703798B-8973-4A24-BC1B-69022CBCDFBE}" dt="2025-05-22T07:20:20.770" v="66" actId="1076"/>
          <ac:spMkLst>
            <pc:docMk/>
            <pc:sldMk cId="0" sldId="582"/>
            <ac:spMk id="3" creationId="{00000000-0000-0000-0000-000000000000}"/>
          </ac:spMkLst>
        </pc:spChg>
        <pc:graphicFrameChg chg="mod modGraphic">
          <ac:chgData name="Eder Jonas" userId="fa0059ff-45ff-44a0-8b68-1ddf442034b8" providerId="ADAL" clId="{C703798B-8973-4A24-BC1B-69022CBCDFBE}" dt="2025-06-10T08:15:46.238" v="1390" actId="20577"/>
          <ac:graphicFrameMkLst>
            <pc:docMk/>
            <pc:sldMk cId="0" sldId="582"/>
            <ac:graphicFrameMk id="4" creationId="{00000000-0000-0000-0000-000000000000}"/>
          </ac:graphicFrameMkLst>
        </pc:graphicFrameChg>
      </pc:sldChg>
      <pc:sldChg chg="del ord">
        <pc:chgData name="Eder Jonas" userId="fa0059ff-45ff-44a0-8b68-1ddf442034b8" providerId="ADAL" clId="{C703798B-8973-4A24-BC1B-69022CBCDFBE}" dt="2025-06-05T06:55:16.231" v="690" actId="47"/>
        <pc:sldMkLst>
          <pc:docMk/>
          <pc:sldMk cId="793165366" sldId="583"/>
        </pc:sldMkLst>
      </pc:sldChg>
      <pc:sldChg chg="addSp modSp mod setBg">
        <pc:chgData name="Eder Jonas" userId="fa0059ff-45ff-44a0-8b68-1ddf442034b8" providerId="ADAL" clId="{C703798B-8973-4A24-BC1B-69022CBCDFBE}" dt="2025-06-05T06:58:44.590" v="700" actId="20577"/>
        <pc:sldMkLst>
          <pc:docMk/>
          <pc:sldMk cId="2710753856" sldId="584"/>
        </pc:sldMkLst>
        <pc:spChg chg="mod">
          <ac:chgData name="Eder Jonas" userId="fa0059ff-45ff-44a0-8b68-1ddf442034b8" providerId="ADAL" clId="{C703798B-8973-4A24-BC1B-69022CBCDFBE}" dt="2025-06-05T06:58:40.780" v="699" actId="33524"/>
          <ac:spMkLst>
            <pc:docMk/>
            <pc:sldMk cId="2710753856" sldId="584"/>
            <ac:spMk id="2" creationId="{58329117-7FF0-E73A-0A85-C2E56A7B99A4}"/>
          </ac:spMkLst>
        </pc:spChg>
        <pc:spChg chg="mod">
          <ac:chgData name="Eder Jonas" userId="fa0059ff-45ff-44a0-8b68-1ddf442034b8" providerId="ADAL" clId="{C703798B-8973-4A24-BC1B-69022CBCDFBE}" dt="2025-06-05T06:58:44.590" v="700" actId="20577"/>
          <ac:spMkLst>
            <pc:docMk/>
            <pc:sldMk cId="2710753856" sldId="584"/>
            <ac:spMk id="3" creationId="{A71E3E02-7C0F-B1BB-2FE0-58B3517DE798}"/>
          </ac:spMkLst>
        </pc:spChg>
        <pc:spChg chg="add">
          <ac:chgData name="Eder Jonas" userId="fa0059ff-45ff-44a0-8b68-1ddf442034b8" providerId="ADAL" clId="{C703798B-8973-4A24-BC1B-69022CBCDFBE}" dt="2025-06-05T06:58:06.122" v="695" actId="26606"/>
          <ac:spMkLst>
            <pc:docMk/>
            <pc:sldMk cId="2710753856" sldId="584"/>
            <ac:spMk id="12" creationId="{352BEC0E-22F8-46D0-9632-375DB541B06C}"/>
          </ac:spMkLst>
        </pc:spChg>
        <pc:spChg chg="add">
          <ac:chgData name="Eder Jonas" userId="fa0059ff-45ff-44a0-8b68-1ddf442034b8" providerId="ADAL" clId="{C703798B-8973-4A24-BC1B-69022CBCDFBE}" dt="2025-06-05T06:58:06.122" v="695" actId="26606"/>
          <ac:spMkLst>
            <pc:docMk/>
            <pc:sldMk cId="2710753856" sldId="584"/>
            <ac:spMk id="14" creationId="{3FCFB1DE-0B7E-48CC-BA90-B2AB0889F9D6}"/>
          </ac:spMkLst>
        </pc:spChg>
        <pc:picChg chg="add mod ord">
          <ac:chgData name="Eder Jonas" userId="fa0059ff-45ff-44a0-8b68-1ddf442034b8" providerId="ADAL" clId="{C703798B-8973-4A24-BC1B-69022CBCDFBE}" dt="2025-06-05T06:58:22.817" v="698" actId="1076"/>
          <ac:picMkLst>
            <pc:docMk/>
            <pc:sldMk cId="2710753856" sldId="584"/>
            <ac:picMk id="5" creationId="{A2ED7034-C3F7-1967-3996-8F6696FB0226}"/>
          </ac:picMkLst>
        </pc:picChg>
        <pc:picChg chg="add mod">
          <ac:chgData name="Eder Jonas" userId="fa0059ff-45ff-44a0-8b68-1ddf442034b8" providerId="ADAL" clId="{C703798B-8973-4A24-BC1B-69022CBCDFBE}" dt="2025-06-05T06:58:06.122" v="695" actId="26606"/>
          <ac:picMkLst>
            <pc:docMk/>
            <pc:sldMk cId="2710753856" sldId="584"/>
            <ac:picMk id="7" creationId="{DEBC8F1A-6A8E-9794-86DD-4B9A1451FC6E}"/>
          </ac:picMkLst>
        </pc:picChg>
      </pc:sldChg>
      <pc:sldChg chg="addSp delSp modSp new mod setBg">
        <pc:chgData name="Eder Jonas" userId="fa0059ff-45ff-44a0-8b68-1ddf442034b8" providerId="ADAL" clId="{C703798B-8973-4A24-BC1B-69022CBCDFBE}" dt="2025-06-04T08:24:55.319" v="395" actId="313"/>
        <pc:sldMkLst>
          <pc:docMk/>
          <pc:sldMk cId="2254581675" sldId="585"/>
        </pc:sldMkLst>
        <pc:spChg chg="mod">
          <ac:chgData name="Eder Jonas" userId="fa0059ff-45ff-44a0-8b68-1ddf442034b8" providerId="ADAL" clId="{C703798B-8973-4A24-BC1B-69022CBCDFBE}" dt="2025-05-22T08:20:57.934" v="162" actId="403"/>
          <ac:spMkLst>
            <pc:docMk/>
            <pc:sldMk cId="2254581675" sldId="585"/>
            <ac:spMk id="2" creationId="{ED51DA84-F12C-6B45-4F9E-0F1817F668B0}"/>
          </ac:spMkLst>
        </pc:spChg>
        <pc:spChg chg="add mod">
          <ac:chgData name="Eder Jonas" userId="fa0059ff-45ff-44a0-8b68-1ddf442034b8" providerId="ADAL" clId="{C703798B-8973-4A24-BC1B-69022CBCDFBE}" dt="2025-06-04T08:24:55.319" v="395" actId="313"/>
          <ac:spMkLst>
            <pc:docMk/>
            <pc:sldMk cId="2254581675" sldId="585"/>
            <ac:spMk id="11" creationId="{1554B609-D901-554A-0CB0-BA816F9E4BC1}"/>
          </ac:spMkLst>
        </pc:spChg>
        <pc:spChg chg="add">
          <ac:chgData name="Eder Jonas" userId="fa0059ff-45ff-44a0-8b68-1ddf442034b8" providerId="ADAL" clId="{C703798B-8973-4A24-BC1B-69022CBCDFBE}" dt="2025-05-22T08:20:47.059" v="156" actId="26606"/>
          <ac:spMkLst>
            <pc:docMk/>
            <pc:sldMk cId="2254581675" sldId="585"/>
            <ac:spMk id="20" creationId="{1B15ED52-F352-441B-82BF-E0EA34836D08}"/>
          </ac:spMkLst>
        </pc:spChg>
        <pc:spChg chg="add">
          <ac:chgData name="Eder Jonas" userId="fa0059ff-45ff-44a0-8b68-1ddf442034b8" providerId="ADAL" clId="{C703798B-8973-4A24-BC1B-69022CBCDFBE}" dt="2025-05-22T08:20:47.059" v="156" actId="26606"/>
          <ac:spMkLst>
            <pc:docMk/>
            <pc:sldMk cId="2254581675" sldId="585"/>
            <ac:spMk id="21" creationId="{3B2E3793-BFE6-45A2-9B7B-E18844431C99}"/>
          </ac:spMkLst>
        </pc:spChg>
        <pc:spChg chg="add">
          <ac:chgData name="Eder Jonas" userId="fa0059ff-45ff-44a0-8b68-1ddf442034b8" providerId="ADAL" clId="{C703798B-8973-4A24-BC1B-69022CBCDFBE}" dt="2025-05-22T08:20:47.059" v="156" actId="26606"/>
          <ac:spMkLst>
            <pc:docMk/>
            <pc:sldMk cId="2254581675" sldId="585"/>
            <ac:spMk id="22" creationId="{BC4C4868-CB8F-4AF9-9CDB-8108F2C19B67}"/>
          </ac:spMkLst>
        </pc:spChg>
        <pc:spChg chg="add">
          <ac:chgData name="Eder Jonas" userId="fa0059ff-45ff-44a0-8b68-1ddf442034b8" providerId="ADAL" clId="{C703798B-8973-4A24-BC1B-69022CBCDFBE}" dt="2025-05-22T08:20:47.059" v="156" actId="26606"/>
          <ac:spMkLst>
            <pc:docMk/>
            <pc:sldMk cId="2254581675" sldId="585"/>
            <ac:spMk id="23" creationId="{375E0459-6403-40CD-989D-56A4407CA12E}"/>
          </ac:spMkLst>
        </pc:spChg>
        <pc:spChg chg="add">
          <ac:chgData name="Eder Jonas" userId="fa0059ff-45ff-44a0-8b68-1ddf442034b8" providerId="ADAL" clId="{C703798B-8973-4A24-BC1B-69022CBCDFBE}" dt="2025-05-22T08:20:47.059" v="156" actId="26606"/>
          <ac:spMkLst>
            <pc:docMk/>
            <pc:sldMk cId="2254581675" sldId="585"/>
            <ac:spMk id="24" creationId="{53E5B1A8-3AC9-4BD1-9BBC-78CA94F2D1BA}"/>
          </ac:spMkLst>
        </pc:spChg>
      </pc:sldChg>
      <pc:sldChg chg="addSp delSp modSp mod setBg">
        <pc:chgData name="Eder Jonas" userId="fa0059ff-45ff-44a0-8b68-1ddf442034b8" providerId="ADAL" clId="{C703798B-8973-4A24-BC1B-69022CBCDFBE}" dt="2025-06-05T07:10:38.500" v="800" actId="14100"/>
        <pc:sldMkLst>
          <pc:docMk/>
          <pc:sldMk cId="2995278676" sldId="586"/>
        </pc:sldMkLst>
        <pc:spChg chg="mod">
          <ac:chgData name="Eder Jonas" userId="fa0059ff-45ff-44a0-8b68-1ddf442034b8" providerId="ADAL" clId="{C703798B-8973-4A24-BC1B-69022CBCDFBE}" dt="2025-06-05T07:10:09.635" v="785" actId="26606"/>
          <ac:spMkLst>
            <pc:docMk/>
            <pc:sldMk cId="2995278676" sldId="586"/>
            <ac:spMk id="2" creationId="{B0CC9680-7237-B98E-ADE2-DA05E1A8AE2F}"/>
          </ac:spMkLst>
        </pc:spChg>
        <pc:spChg chg="add">
          <ac:chgData name="Eder Jonas" userId="fa0059ff-45ff-44a0-8b68-1ddf442034b8" providerId="ADAL" clId="{C703798B-8973-4A24-BC1B-69022CBCDFBE}" dt="2025-06-05T07:10:09.635" v="785" actId="26606"/>
          <ac:spMkLst>
            <pc:docMk/>
            <pc:sldMk cId="2995278676" sldId="586"/>
            <ac:spMk id="9" creationId="{BACC6370-2D7E-4714-9D71-7542949D7D5D}"/>
          </ac:spMkLst>
        </pc:spChg>
        <pc:spChg chg="add">
          <ac:chgData name="Eder Jonas" userId="fa0059ff-45ff-44a0-8b68-1ddf442034b8" providerId="ADAL" clId="{C703798B-8973-4A24-BC1B-69022CBCDFBE}" dt="2025-06-05T07:10:09.635" v="785" actId="26606"/>
          <ac:spMkLst>
            <pc:docMk/>
            <pc:sldMk cId="2995278676" sldId="586"/>
            <ac:spMk id="11" creationId="{256B2C21-A230-48C0-8DF1-C46611373C44}"/>
          </ac:spMkLst>
        </pc:spChg>
        <pc:spChg chg="add">
          <ac:chgData name="Eder Jonas" userId="fa0059ff-45ff-44a0-8b68-1ddf442034b8" providerId="ADAL" clId="{C703798B-8973-4A24-BC1B-69022CBCDFBE}" dt="2025-06-05T07:10:09.635" v="785" actId="26606"/>
          <ac:spMkLst>
            <pc:docMk/>
            <pc:sldMk cId="2995278676" sldId="586"/>
            <ac:spMk id="13" creationId="{3847E18C-932D-4C95-AABA-FEC7C9499AD7}"/>
          </ac:spMkLst>
        </pc:spChg>
        <pc:spChg chg="add">
          <ac:chgData name="Eder Jonas" userId="fa0059ff-45ff-44a0-8b68-1ddf442034b8" providerId="ADAL" clId="{C703798B-8973-4A24-BC1B-69022CBCDFBE}" dt="2025-06-05T07:10:09.635" v="785" actId="26606"/>
          <ac:spMkLst>
            <pc:docMk/>
            <pc:sldMk cId="2995278676" sldId="586"/>
            <ac:spMk id="15" creationId="{3150CB11-0C61-439E-910F-5787759E72A0}"/>
          </ac:spMkLst>
        </pc:spChg>
        <pc:spChg chg="add">
          <ac:chgData name="Eder Jonas" userId="fa0059ff-45ff-44a0-8b68-1ddf442034b8" providerId="ADAL" clId="{C703798B-8973-4A24-BC1B-69022CBCDFBE}" dt="2025-06-05T07:10:09.635" v="785" actId="26606"/>
          <ac:spMkLst>
            <pc:docMk/>
            <pc:sldMk cId="2995278676" sldId="586"/>
            <ac:spMk id="17" creationId="{43F8A58B-5155-44CE-A5FF-7647B47D0A7A}"/>
          </ac:spMkLst>
        </pc:spChg>
        <pc:spChg chg="add">
          <ac:chgData name="Eder Jonas" userId="fa0059ff-45ff-44a0-8b68-1ddf442034b8" providerId="ADAL" clId="{C703798B-8973-4A24-BC1B-69022CBCDFBE}" dt="2025-06-05T07:10:09.635" v="785" actId="26606"/>
          <ac:spMkLst>
            <pc:docMk/>
            <pc:sldMk cId="2995278676" sldId="586"/>
            <ac:spMk id="19" creationId="{443F2ACA-E6D6-4028-82DD-F03C262D5DE6}"/>
          </ac:spMkLst>
        </pc:spChg>
        <pc:graphicFrameChg chg="add mod modGraphic">
          <ac:chgData name="Eder Jonas" userId="fa0059ff-45ff-44a0-8b68-1ddf442034b8" providerId="ADAL" clId="{C703798B-8973-4A24-BC1B-69022CBCDFBE}" dt="2025-06-05T07:10:38.500" v="800" actId="14100"/>
          <ac:graphicFrameMkLst>
            <pc:docMk/>
            <pc:sldMk cId="2995278676" sldId="586"/>
            <ac:graphicFrameMk id="7" creationId="{05EE392D-A199-3357-B753-0DC36A446A0D}"/>
          </ac:graphicFrameMkLst>
        </pc:graphicFrameChg>
      </pc:sldChg>
      <pc:sldChg chg="addSp delSp modSp new mod ord setBg addAnim">
        <pc:chgData name="Eder Jonas" userId="fa0059ff-45ff-44a0-8b68-1ddf442034b8" providerId="ADAL" clId="{C703798B-8973-4A24-BC1B-69022CBCDFBE}" dt="2025-06-05T07:18:01.882" v="1016" actId="26606"/>
        <pc:sldMkLst>
          <pc:docMk/>
          <pc:sldMk cId="978403247" sldId="587"/>
        </pc:sldMkLst>
        <pc:spChg chg="mod">
          <ac:chgData name="Eder Jonas" userId="fa0059ff-45ff-44a0-8b68-1ddf442034b8" providerId="ADAL" clId="{C703798B-8973-4A24-BC1B-69022CBCDFBE}" dt="2025-06-05T07:18:01.882" v="1016" actId="26606"/>
          <ac:spMkLst>
            <pc:docMk/>
            <pc:sldMk cId="978403247" sldId="587"/>
            <ac:spMk id="2" creationId="{0DE889E0-9D56-2A0E-629F-B7D719B68DE8}"/>
          </ac:spMkLst>
        </pc:spChg>
        <pc:spChg chg="add mod ord topLvl">
          <ac:chgData name="Eder Jonas" userId="fa0059ff-45ff-44a0-8b68-1ddf442034b8" providerId="ADAL" clId="{C703798B-8973-4A24-BC1B-69022CBCDFBE}" dt="2025-06-05T07:18:01.882" v="1016" actId="26606"/>
          <ac:spMkLst>
            <pc:docMk/>
            <pc:sldMk cId="978403247" sldId="587"/>
            <ac:spMk id="5" creationId="{774DAC8A-90EA-8662-AC52-897B2615316F}"/>
          </ac:spMkLst>
        </pc:spChg>
        <pc:spChg chg="add">
          <ac:chgData name="Eder Jonas" userId="fa0059ff-45ff-44a0-8b68-1ddf442034b8" providerId="ADAL" clId="{C703798B-8973-4A24-BC1B-69022CBCDFBE}" dt="2025-06-05T07:18:01.882" v="1016" actId="26606"/>
          <ac:spMkLst>
            <pc:docMk/>
            <pc:sldMk cId="978403247" sldId="587"/>
            <ac:spMk id="37" creationId="{21540236-BFD5-4A9D-8840-4703E7F76825}"/>
          </ac:spMkLst>
        </pc:spChg>
        <pc:spChg chg="add">
          <ac:chgData name="Eder Jonas" userId="fa0059ff-45ff-44a0-8b68-1ddf442034b8" providerId="ADAL" clId="{C703798B-8973-4A24-BC1B-69022CBCDFBE}" dt="2025-06-05T07:18:01.882" v="1016" actId="26606"/>
          <ac:spMkLst>
            <pc:docMk/>
            <pc:sldMk cId="978403247" sldId="587"/>
            <ac:spMk id="38" creationId="{2C61293E-6EBE-43EF-A52C-9BEBFD7679D4}"/>
          </ac:spMkLst>
        </pc:spChg>
        <pc:picChg chg="add mod ord">
          <ac:chgData name="Eder Jonas" userId="fa0059ff-45ff-44a0-8b68-1ddf442034b8" providerId="ADAL" clId="{C703798B-8973-4A24-BC1B-69022CBCDFBE}" dt="2025-06-05T07:18:01.882" v="1016" actId="26606"/>
          <ac:picMkLst>
            <pc:docMk/>
            <pc:sldMk cId="978403247" sldId="587"/>
            <ac:picMk id="17" creationId="{59D69B1B-37C4-4E5E-BDB5-A3E79BB3EFF5}"/>
          </ac:picMkLst>
        </pc:picChg>
      </pc:sldChg>
      <pc:sldChg chg="addSp delSp modSp new del mod">
        <pc:chgData name="Eder Jonas" userId="fa0059ff-45ff-44a0-8b68-1ddf442034b8" providerId="ADAL" clId="{C703798B-8973-4A24-BC1B-69022CBCDFBE}" dt="2025-06-04T06:53:12.938" v="381" actId="2696"/>
        <pc:sldMkLst>
          <pc:docMk/>
          <pc:sldMk cId="1679445795" sldId="588"/>
        </pc:sldMkLst>
      </pc:sldChg>
      <pc:sldChg chg="modSp add mod">
        <pc:chgData name="Eder Jonas" userId="fa0059ff-45ff-44a0-8b68-1ddf442034b8" providerId="ADAL" clId="{C703798B-8973-4A24-BC1B-69022CBCDFBE}" dt="2025-06-05T06:51:35.717" v="687" actId="1076"/>
        <pc:sldMkLst>
          <pc:docMk/>
          <pc:sldMk cId="4184655369" sldId="588"/>
        </pc:sldMkLst>
        <pc:spChg chg="mod">
          <ac:chgData name="Eder Jonas" userId="fa0059ff-45ff-44a0-8b68-1ddf442034b8" providerId="ADAL" clId="{C703798B-8973-4A24-BC1B-69022CBCDFBE}" dt="2025-06-05T06:51:35.717" v="687" actId="1076"/>
          <ac:spMkLst>
            <pc:docMk/>
            <pc:sldMk cId="4184655369" sldId="588"/>
            <ac:spMk id="9" creationId="{CCFB78A6-1A24-84DC-2F23-1ED2106F9146}"/>
          </ac:spMkLst>
        </pc:spChg>
        <pc:spChg chg="mod">
          <ac:chgData name="Eder Jonas" userId="fa0059ff-45ff-44a0-8b68-1ddf442034b8" providerId="ADAL" clId="{C703798B-8973-4A24-BC1B-69022CBCDFBE}" dt="2025-06-05T06:48:52.214" v="645" actId="1076"/>
          <ac:spMkLst>
            <pc:docMk/>
            <pc:sldMk cId="4184655369" sldId="588"/>
            <ac:spMk id="23" creationId="{DCFEC76D-B34C-83D9-C963-76C1B22DC6F2}"/>
          </ac:spMkLst>
        </pc:spChg>
        <pc:grpChg chg="mod">
          <ac:chgData name="Eder Jonas" userId="fa0059ff-45ff-44a0-8b68-1ddf442034b8" providerId="ADAL" clId="{C703798B-8973-4A24-BC1B-69022CBCDFBE}" dt="2025-06-05T06:51:32.470" v="685" actId="1076"/>
          <ac:grpSpMkLst>
            <pc:docMk/>
            <pc:sldMk cId="4184655369" sldId="588"/>
            <ac:grpSpMk id="27" creationId="{5945C654-7CCF-C808-6334-78B8BC54FE57}"/>
          </ac:grpSpMkLst>
        </pc:grpChg>
      </pc:sldChg>
      <pc:sldChg chg="addSp delSp add del mod">
        <pc:chgData name="Eder Jonas" userId="fa0059ff-45ff-44a0-8b68-1ddf442034b8" providerId="ADAL" clId="{C703798B-8973-4A24-BC1B-69022CBCDFBE}" dt="2025-06-04T06:35:57.391" v="227"/>
        <pc:sldMkLst>
          <pc:docMk/>
          <pc:sldMk cId="0" sldId="589"/>
        </pc:sldMkLst>
      </pc:sldChg>
      <pc:sldChg chg="addSp delSp modSp new del mod ord">
        <pc:chgData name="Eder Jonas" userId="fa0059ff-45ff-44a0-8b68-1ddf442034b8" providerId="ADAL" clId="{C703798B-8973-4A24-BC1B-69022CBCDFBE}" dt="2025-06-04T06:53:12.938" v="381" actId="2696"/>
        <pc:sldMkLst>
          <pc:docMk/>
          <pc:sldMk cId="1186004612" sldId="589"/>
        </pc:sldMkLst>
      </pc:sldChg>
      <pc:sldChg chg="add del">
        <pc:chgData name="Eder Jonas" userId="fa0059ff-45ff-44a0-8b68-1ddf442034b8" providerId="ADAL" clId="{C703798B-8973-4A24-BC1B-69022CBCDFBE}" dt="2025-06-04T06:53:46.473" v="387" actId="47"/>
        <pc:sldMkLst>
          <pc:docMk/>
          <pc:sldMk cId="1396233830" sldId="589"/>
        </pc:sldMkLst>
      </pc:sldChg>
      <pc:sldChg chg="addSp delSp modSp new mod setBg modClrScheme chgLayout">
        <pc:chgData name="Eder Jonas" userId="fa0059ff-45ff-44a0-8b68-1ddf442034b8" providerId="ADAL" clId="{C703798B-8973-4A24-BC1B-69022CBCDFBE}" dt="2025-06-05T06:48:02.928" v="644"/>
        <pc:sldMkLst>
          <pc:docMk/>
          <pc:sldMk cId="3864113954" sldId="589"/>
        </pc:sldMkLst>
        <pc:spChg chg="mod ord">
          <ac:chgData name="Eder Jonas" userId="fa0059ff-45ff-44a0-8b68-1ddf442034b8" providerId="ADAL" clId="{C703798B-8973-4A24-BC1B-69022CBCDFBE}" dt="2025-06-05T06:47:53.819" v="640" actId="26606"/>
          <ac:spMkLst>
            <pc:docMk/>
            <pc:sldMk cId="3864113954" sldId="589"/>
            <ac:spMk id="2" creationId="{898AEB7C-E3FE-025E-245E-260FA1B9B8B7}"/>
          </ac:spMkLst>
        </pc:spChg>
        <pc:graphicFrameChg chg="add mod">
          <ac:chgData name="Eder Jonas" userId="fa0059ff-45ff-44a0-8b68-1ddf442034b8" providerId="ADAL" clId="{C703798B-8973-4A24-BC1B-69022CBCDFBE}" dt="2025-06-05T06:48:02.928" v="644"/>
          <ac:graphicFrameMkLst>
            <pc:docMk/>
            <pc:sldMk cId="3864113954" sldId="589"/>
            <ac:graphicFrameMk id="14" creationId="{10456EC3-AD18-C188-032F-C1A66AB72ABA}"/>
          </ac:graphicFrameMkLst>
        </pc:graphicFrameChg>
      </pc:sldChg>
      <pc:sldChg chg="addSp delSp modSp new mod">
        <pc:chgData name="Eder Jonas" userId="fa0059ff-45ff-44a0-8b68-1ddf442034b8" providerId="ADAL" clId="{C703798B-8973-4A24-BC1B-69022CBCDFBE}" dt="2025-06-05T06:51:20.886" v="684" actId="1076"/>
        <pc:sldMkLst>
          <pc:docMk/>
          <pc:sldMk cId="3479725253" sldId="590"/>
        </pc:sldMkLst>
        <pc:spChg chg="mod">
          <ac:chgData name="Eder Jonas" userId="fa0059ff-45ff-44a0-8b68-1ddf442034b8" providerId="ADAL" clId="{C703798B-8973-4A24-BC1B-69022CBCDFBE}" dt="2025-06-05T06:51:20.886" v="684" actId="1076"/>
          <ac:spMkLst>
            <pc:docMk/>
            <pc:sldMk cId="3479725253" sldId="590"/>
            <ac:spMk id="2" creationId="{E414D642-22B8-C76B-5D09-F8132BB4D99F}"/>
          </ac:spMkLst>
        </pc:spChg>
        <pc:graphicFrameChg chg="add mod">
          <ac:chgData name="Eder Jonas" userId="fa0059ff-45ff-44a0-8b68-1ddf442034b8" providerId="ADAL" clId="{C703798B-8973-4A24-BC1B-69022CBCDFBE}" dt="2025-06-05T06:51:10.865" v="680" actId="1076"/>
          <ac:graphicFrameMkLst>
            <pc:docMk/>
            <pc:sldMk cId="3479725253" sldId="590"/>
            <ac:graphicFrameMk id="6" creationId="{A2D000CD-C7AD-A1ED-508E-F28705039EEF}"/>
          </ac:graphicFrameMkLst>
        </pc:graphicFrameChg>
      </pc:sldChg>
      <pc:sldChg chg="addSp delSp modSp new mod">
        <pc:chgData name="Eder Jonas" userId="fa0059ff-45ff-44a0-8b68-1ddf442034b8" providerId="ADAL" clId="{C703798B-8973-4A24-BC1B-69022CBCDFBE}" dt="2025-06-10T10:58:08.628" v="1392" actId="20577"/>
        <pc:sldMkLst>
          <pc:docMk/>
          <pc:sldMk cId="3552080322" sldId="591"/>
        </pc:sldMkLst>
        <pc:spChg chg="mod">
          <ac:chgData name="Eder Jonas" userId="fa0059ff-45ff-44a0-8b68-1ddf442034b8" providerId="ADAL" clId="{C703798B-8973-4A24-BC1B-69022CBCDFBE}" dt="2025-06-10T10:58:08.628" v="1392" actId="20577"/>
          <ac:spMkLst>
            <pc:docMk/>
            <pc:sldMk cId="3552080322" sldId="591"/>
            <ac:spMk id="2" creationId="{8104AD7C-4375-644C-BE5E-08052605E347}"/>
          </ac:spMkLst>
        </pc:spChg>
        <pc:graphicFrameChg chg="add mod">
          <ac:chgData name="Eder Jonas" userId="fa0059ff-45ff-44a0-8b68-1ddf442034b8" providerId="ADAL" clId="{C703798B-8973-4A24-BC1B-69022CBCDFBE}" dt="2025-06-05T07:11:22.098" v="827" actId="20577"/>
          <ac:graphicFrameMkLst>
            <pc:docMk/>
            <pc:sldMk cId="3552080322" sldId="591"/>
            <ac:graphicFrameMk id="6" creationId="{95C24B81-2FD3-9EF1-A2A3-93C5235FA61E}"/>
          </ac:graphicFrameMkLst>
        </pc:graphicFrameChg>
      </pc:sldChg>
      <pc:sldChg chg="addSp delSp modSp new mod setBg">
        <pc:chgData name="Eder Jonas" userId="fa0059ff-45ff-44a0-8b68-1ddf442034b8" providerId="ADAL" clId="{C703798B-8973-4A24-BC1B-69022CBCDFBE}" dt="2025-06-05T07:13:32.295" v="937" actId="20577"/>
        <pc:sldMkLst>
          <pc:docMk/>
          <pc:sldMk cId="3545886547" sldId="592"/>
        </pc:sldMkLst>
        <pc:spChg chg="mod">
          <ac:chgData name="Eder Jonas" userId="fa0059ff-45ff-44a0-8b68-1ddf442034b8" providerId="ADAL" clId="{C703798B-8973-4A24-BC1B-69022CBCDFBE}" dt="2025-06-05T07:11:54.219" v="836" actId="26606"/>
          <ac:spMkLst>
            <pc:docMk/>
            <pc:sldMk cId="3545886547" sldId="592"/>
            <ac:spMk id="2" creationId="{79D07A25-6463-307D-B6E1-95FA84A87141}"/>
          </ac:spMkLst>
        </pc:spChg>
        <pc:spChg chg="mod">
          <ac:chgData name="Eder Jonas" userId="fa0059ff-45ff-44a0-8b68-1ddf442034b8" providerId="ADAL" clId="{C703798B-8973-4A24-BC1B-69022CBCDFBE}" dt="2025-06-05T07:13:32.295" v="937" actId="20577"/>
          <ac:spMkLst>
            <pc:docMk/>
            <pc:sldMk cId="3545886547" sldId="592"/>
            <ac:spMk id="3" creationId="{C77B5EB9-55C3-C985-44AD-C3AADBCE6A30}"/>
          </ac:spMkLst>
        </pc:spChg>
        <pc:spChg chg="add">
          <ac:chgData name="Eder Jonas" userId="fa0059ff-45ff-44a0-8b68-1ddf442034b8" providerId="ADAL" clId="{C703798B-8973-4A24-BC1B-69022CBCDFBE}" dt="2025-06-05T07:11:54.219" v="836" actId="26606"/>
          <ac:spMkLst>
            <pc:docMk/>
            <pc:sldMk cId="3545886547" sldId="592"/>
            <ac:spMk id="5" creationId="{1B15ED52-F352-441B-82BF-E0EA34836D08}"/>
          </ac:spMkLst>
        </pc:spChg>
        <pc:spChg chg="add">
          <ac:chgData name="Eder Jonas" userId="fa0059ff-45ff-44a0-8b68-1ddf442034b8" providerId="ADAL" clId="{C703798B-8973-4A24-BC1B-69022CBCDFBE}" dt="2025-06-05T07:11:54.219" v="836" actId="26606"/>
          <ac:spMkLst>
            <pc:docMk/>
            <pc:sldMk cId="3545886547" sldId="592"/>
            <ac:spMk id="6" creationId="{3B2E3793-BFE6-45A2-9B7B-E18844431C99}"/>
          </ac:spMkLst>
        </pc:spChg>
        <pc:spChg chg="add">
          <ac:chgData name="Eder Jonas" userId="fa0059ff-45ff-44a0-8b68-1ddf442034b8" providerId="ADAL" clId="{C703798B-8973-4A24-BC1B-69022CBCDFBE}" dt="2025-06-05T07:11:54.219" v="836" actId="26606"/>
          <ac:spMkLst>
            <pc:docMk/>
            <pc:sldMk cId="3545886547" sldId="592"/>
            <ac:spMk id="7" creationId="{BC4C4868-CB8F-4AF9-9CDB-8108F2C19B67}"/>
          </ac:spMkLst>
        </pc:spChg>
        <pc:spChg chg="add">
          <ac:chgData name="Eder Jonas" userId="fa0059ff-45ff-44a0-8b68-1ddf442034b8" providerId="ADAL" clId="{C703798B-8973-4A24-BC1B-69022CBCDFBE}" dt="2025-06-05T07:11:54.219" v="836" actId="26606"/>
          <ac:spMkLst>
            <pc:docMk/>
            <pc:sldMk cId="3545886547" sldId="592"/>
            <ac:spMk id="9" creationId="{375E0459-6403-40CD-989D-56A4407CA12E}"/>
          </ac:spMkLst>
        </pc:spChg>
        <pc:spChg chg="add">
          <ac:chgData name="Eder Jonas" userId="fa0059ff-45ff-44a0-8b68-1ddf442034b8" providerId="ADAL" clId="{C703798B-8973-4A24-BC1B-69022CBCDFBE}" dt="2025-06-05T07:11:54.219" v="836" actId="26606"/>
          <ac:spMkLst>
            <pc:docMk/>
            <pc:sldMk cId="3545886547" sldId="592"/>
            <ac:spMk id="11" creationId="{53E5B1A8-3AC9-4BD1-9BBC-78CA94F2D1BA}"/>
          </ac:spMkLst>
        </pc:spChg>
      </pc:sldChg>
      <pc:sldChg chg="modSp new mod ord">
        <pc:chgData name="Eder Jonas" userId="fa0059ff-45ff-44a0-8b68-1ddf442034b8" providerId="ADAL" clId="{C703798B-8973-4A24-BC1B-69022CBCDFBE}" dt="2025-06-05T08:13:52.953" v="1344"/>
        <pc:sldMkLst>
          <pc:docMk/>
          <pc:sldMk cId="777459448" sldId="593"/>
        </pc:sldMkLst>
        <pc:spChg chg="mod">
          <ac:chgData name="Eder Jonas" userId="fa0059ff-45ff-44a0-8b68-1ddf442034b8" providerId="ADAL" clId="{C703798B-8973-4A24-BC1B-69022CBCDFBE}" dt="2025-06-05T07:15:44.340" v="999" actId="5793"/>
          <ac:spMkLst>
            <pc:docMk/>
            <pc:sldMk cId="777459448" sldId="593"/>
            <ac:spMk id="2" creationId="{06557AF2-AD60-7CC4-E3DC-79571DCD7B74}"/>
          </ac:spMkLst>
        </pc:spChg>
        <pc:picChg chg="mod">
          <ac:chgData name="Eder Jonas" userId="fa0059ff-45ff-44a0-8b68-1ddf442034b8" providerId="ADAL" clId="{C703798B-8973-4A24-BC1B-69022CBCDFBE}" dt="2025-06-05T07:44:13.332" v="1207" actId="1076"/>
          <ac:picMkLst>
            <pc:docMk/>
            <pc:sldMk cId="777459448" sldId="593"/>
            <ac:picMk id="7" creationId="{A76A4592-63F5-D727-5036-89BB409974F1}"/>
          </ac:picMkLst>
        </pc:picChg>
      </pc:sldChg>
      <pc:sldChg chg="addSp modSp new mod setBg">
        <pc:chgData name="Eder Jonas" userId="fa0059ff-45ff-44a0-8b68-1ddf442034b8" providerId="ADAL" clId="{C703798B-8973-4A24-BC1B-69022CBCDFBE}" dt="2025-06-05T08:07:35.668" v="1297" actId="1076"/>
        <pc:sldMkLst>
          <pc:docMk/>
          <pc:sldMk cId="1720390518" sldId="594"/>
        </pc:sldMkLst>
        <pc:spChg chg="mod">
          <ac:chgData name="Eder Jonas" userId="fa0059ff-45ff-44a0-8b68-1ddf442034b8" providerId="ADAL" clId="{C703798B-8973-4A24-BC1B-69022CBCDFBE}" dt="2025-06-05T08:07:14.461" v="1282" actId="26606"/>
          <ac:spMkLst>
            <pc:docMk/>
            <pc:sldMk cId="1720390518" sldId="594"/>
            <ac:spMk id="2" creationId="{32EF87A3-55B0-55EC-897F-3EF66E26A186}"/>
          </ac:spMkLst>
        </pc:spChg>
        <pc:spChg chg="add">
          <ac:chgData name="Eder Jonas" userId="fa0059ff-45ff-44a0-8b68-1ddf442034b8" providerId="ADAL" clId="{C703798B-8973-4A24-BC1B-69022CBCDFBE}" dt="2025-06-05T08:07:14.461" v="1282" actId="26606"/>
          <ac:spMkLst>
            <pc:docMk/>
            <pc:sldMk cId="1720390518" sldId="594"/>
            <ac:spMk id="14" creationId="{9CB95732-565A-4D2C-A3AB-CC460C0D3826}"/>
          </ac:spMkLst>
        </pc:spChg>
        <pc:spChg chg="add">
          <ac:chgData name="Eder Jonas" userId="fa0059ff-45ff-44a0-8b68-1ddf442034b8" providerId="ADAL" clId="{C703798B-8973-4A24-BC1B-69022CBCDFBE}" dt="2025-06-05T08:07:14.461" v="1282" actId="26606"/>
          <ac:spMkLst>
            <pc:docMk/>
            <pc:sldMk cId="1720390518" sldId="594"/>
            <ac:spMk id="16" creationId="{E19B653C-798C-4333-8452-3DF3AE3C1D11}"/>
          </ac:spMkLst>
        </pc:spChg>
        <pc:spChg chg="add">
          <ac:chgData name="Eder Jonas" userId="fa0059ff-45ff-44a0-8b68-1ddf442034b8" providerId="ADAL" clId="{C703798B-8973-4A24-BC1B-69022CBCDFBE}" dt="2025-06-05T08:07:14.461" v="1282" actId="26606"/>
          <ac:spMkLst>
            <pc:docMk/>
            <pc:sldMk cId="1720390518" sldId="594"/>
            <ac:spMk id="18" creationId="{0FE50278-E2EC-42B2-A1F1-921DD39901C4}"/>
          </ac:spMkLst>
        </pc:spChg>
        <pc:spChg chg="add">
          <ac:chgData name="Eder Jonas" userId="fa0059ff-45ff-44a0-8b68-1ddf442034b8" providerId="ADAL" clId="{C703798B-8973-4A24-BC1B-69022CBCDFBE}" dt="2025-06-05T08:07:14.461" v="1282" actId="26606"/>
          <ac:spMkLst>
            <pc:docMk/>
            <pc:sldMk cId="1720390518" sldId="594"/>
            <ac:spMk id="20" creationId="{1236153F-0DB4-40DD-87C6-B40C1B7E282C}"/>
          </ac:spMkLst>
        </pc:spChg>
        <pc:picChg chg="mod ord">
          <ac:chgData name="Eder Jonas" userId="fa0059ff-45ff-44a0-8b68-1ddf442034b8" providerId="ADAL" clId="{C703798B-8973-4A24-BC1B-69022CBCDFBE}" dt="2025-06-05T08:07:31.894" v="1295" actId="1076"/>
          <ac:picMkLst>
            <pc:docMk/>
            <pc:sldMk cId="1720390518" sldId="594"/>
            <ac:picMk id="5" creationId="{6C27E948-49B5-2F7F-A6A5-9F1BB8541431}"/>
          </ac:picMkLst>
        </pc:picChg>
        <pc:picChg chg="mod ord">
          <ac:chgData name="Eder Jonas" userId="fa0059ff-45ff-44a0-8b68-1ddf442034b8" providerId="ADAL" clId="{C703798B-8973-4A24-BC1B-69022CBCDFBE}" dt="2025-06-05T08:07:24.044" v="1290" actId="1076"/>
          <ac:picMkLst>
            <pc:docMk/>
            <pc:sldMk cId="1720390518" sldId="594"/>
            <ac:picMk id="7" creationId="{82873C5B-C09A-84F4-D4EE-5085661F14C4}"/>
          </ac:picMkLst>
        </pc:picChg>
        <pc:picChg chg="mod">
          <ac:chgData name="Eder Jonas" userId="fa0059ff-45ff-44a0-8b68-1ddf442034b8" providerId="ADAL" clId="{C703798B-8973-4A24-BC1B-69022CBCDFBE}" dt="2025-06-05T08:07:35.668" v="1297" actId="1076"/>
          <ac:picMkLst>
            <pc:docMk/>
            <pc:sldMk cId="1720390518" sldId="594"/>
            <ac:picMk id="9" creationId="{9784ADB5-0C34-EE59-E26C-CF7C485AED8E}"/>
          </ac:picMkLst>
        </pc:picChg>
      </pc:sldChg>
      <pc:sldChg chg="addSp delSp modSp new mod ord setBg">
        <pc:chgData name="Eder Jonas" userId="fa0059ff-45ff-44a0-8b68-1ddf442034b8" providerId="ADAL" clId="{C703798B-8973-4A24-BC1B-69022CBCDFBE}" dt="2025-06-05T08:13:44.218" v="1340"/>
        <pc:sldMkLst>
          <pc:docMk/>
          <pc:sldMk cId="1250553376" sldId="595"/>
        </pc:sldMkLst>
        <pc:spChg chg="add del mod">
          <ac:chgData name="Eder Jonas" userId="fa0059ff-45ff-44a0-8b68-1ddf442034b8" providerId="ADAL" clId="{C703798B-8973-4A24-BC1B-69022CBCDFBE}" dt="2025-06-05T08:11:12.235" v="1323" actId="26606"/>
          <ac:spMkLst>
            <pc:docMk/>
            <pc:sldMk cId="1250553376" sldId="595"/>
            <ac:spMk id="2" creationId="{FDF3264B-581F-78AB-9A35-8D6AD6AA83BB}"/>
          </ac:spMkLst>
        </pc:spChg>
        <pc:spChg chg="add mod ord">
          <ac:chgData name="Eder Jonas" userId="fa0059ff-45ff-44a0-8b68-1ddf442034b8" providerId="ADAL" clId="{C703798B-8973-4A24-BC1B-69022CBCDFBE}" dt="2025-06-05T08:11:12.235" v="1323" actId="26606"/>
          <ac:spMkLst>
            <pc:docMk/>
            <pc:sldMk cId="1250553376" sldId="595"/>
            <ac:spMk id="8" creationId="{27A875B1-B7D5-AA3C-05A3-BA18A91328B0}"/>
          </ac:spMkLst>
        </pc:spChg>
        <pc:grpChg chg="add">
          <ac:chgData name="Eder Jonas" userId="fa0059ff-45ff-44a0-8b68-1ddf442034b8" providerId="ADAL" clId="{C703798B-8973-4A24-BC1B-69022CBCDFBE}" dt="2025-06-05T08:11:12.235" v="1323" actId="26606"/>
          <ac:grpSpMkLst>
            <pc:docMk/>
            <pc:sldMk cId="1250553376" sldId="595"/>
            <ac:grpSpMk id="23" creationId="{31C49F18-8757-4E87-5C2E-9D6D7B82BA3B}"/>
          </ac:grpSpMkLst>
        </pc:grpChg>
        <pc:picChg chg="add mod ord">
          <ac:chgData name="Eder Jonas" userId="fa0059ff-45ff-44a0-8b68-1ddf442034b8" providerId="ADAL" clId="{C703798B-8973-4A24-BC1B-69022CBCDFBE}" dt="2025-06-05T08:11:12.235" v="1323" actId="26606"/>
          <ac:picMkLst>
            <pc:docMk/>
            <pc:sldMk cId="1250553376" sldId="595"/>
            <ac:picMk id="4" creationId="{733DEF9A-9399-DE8D-BC70-EC77E7E820C6}"/>
          </ac:picMkLst>
        </pc:picChg>
      </pc:sldChg>
      <pc:sldChg chg="addSp delSp modSp new mod ord setBg">
        <pc:chgData name="Eder Jonas" userId="fa0059ff-45ff-44a0-8b68-1ddf442034b8" providerId="ADAL" clId="{C703798B-8973-4A24-BC1B-69022CBCDFBE}" dt="2025-06-05T08:13:45.281" v="1342"/>
        <pc:sldMkLst>
          <pc:docMk/>
          <pc:sldMk cId="3676261710" sldId="596"/>
        </pc:sldMkLst>
        <pc:spChg chg="mod">
          <ac:chgData name="Eder Jonas" userId="fa0059ff-45ff-44a0-8b68-1ddf442034b8" providerId="ADAL" clId="{C703798B-8973-4A24-BC1B-69022CBCDFBE}" dt="2025-06-05T08:12:10.878" v="1331" actId="26606"/>
          <ac:spMkLst>
            <pc:docMk/>
            <pc:sldMk cId="3676261710" sldId="596"/>
            <ac:spMk id="2" creationId="{C390E197-379C-5096-A681-EC4F7FDCA7B0}"/>
          </ac:spMkLst>
        </pc:spChg>
        <pc:spChg chg="add mod">
          <ac:chgData name="Eder Jonas" userId="fa0059ff-45ff-44a0-8b68-1ddf442034b8" providerId="ADAL" clId="{C703798B-8973-4A24-BC1B-69022CBCDFBE}" dt="2025-06-05T08:12:58.006" v="1338" actId="20577"/>
          <ac:spMkLst>
            <pc:docMk/>
            <pc:sldMk cId="3676261710" sldId="596"/>
            <ac:spMk id="7" creationId="{1D16E9EB-B181-DDD5-51F2-8FA355D220EC}"/>
          </ac:spMkLst>
        </pc:spChg>
        <pc:picChg chg="add mod ord">
          <ac:chgData name="Eder Jonas" userId="fa0059ff-45ff-44a0-8b68-1ddf442034b8" providerId="ADAL" clId="{C703798B-8973-4A24-BC1B-69022CBCDFBE}" dt="2025-06-05T08:12:31.449" v="1332" actId="27614"/>
          <ac:picMkLst>
            <pc:docMk/>
            <pc:sldMk cId="3676261710" sldId="596"/>
            <ac:picMk id="6" creationId="{E91BEDD5-BBC7-7948-C2E1-5E03CB9CF0E2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htlsaalfelden322-my.sharepoint.com/personal/philip_ellmauthaler_htl-saalfelden_at/Documents/Microsoft%20Teams-Chatdateien/Tabelle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1" i="0" u="none" strike="noStrike" kern="1200" cap="all" spc="12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cap="all" spc="12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Sprint Velocity</a:t>
            </a:r>
          </a:p>
        </c:rich>
      </c:tx>
      <c:layout>
        <c:manualLayout>
          <c:xMode val="edge"/>
          <c:yMode val="edge"/>
          <c:x val="0.36379431934399686"/>
          <c:y val="5.09258265114564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1" i="0" u="none" strike="noStrike" kern="1200" cap="all" spc="120" normalizeH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2387434069210251"/>
          <c:y val="0.14876858405085658"/>
          <c:w val="0.87594903522820455"/>
          <c:h val="0.721258019830854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Tabelle1!$A$22</c:f>
              <c:strCache>
                <c:ptCount val="1"/>
                <c:pt idx="0">
                  <c:v>Spalte1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Tabelle1!$A$23:$A$26</c:f>
              <c:numCache>
                <c:formatCode>General</c:formatCode>
                <c:ptCount val="4"/>
                <c:pt idx="0">
                  <c:v>61</c:v>
                </c:pt>
                <c:pt idx="1">
                  <c:v>60</c:v>
                </c:pt>
                <c:pt idx="2">
                  <c:v>70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5E-4FBA-9120-4C1B4E1EE3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0161728"/>
        <c:axId val="360157888"/>
      </c:barChart>
      <c:catAx>
        <c:axId val="3601617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Sprint</a:t>
                </a:r>
              </a:p>
            </c:rich>
          </c:tx>
          <c:layout>
            <c:manualLayout>
              <c:xMode val="edge"/>
              <c:yMode val="edge"/>
              <c:x val="0.5228025942885306"/>
              <c:y val="0.9363488413520820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60157888"/>
        <c:crosses val="autoZero"/>
        <c:auto val="1"/>
        <c:lblAlgn val="ctr"/>
        <c:lblOffset val="100"/>
        <c:noMultiLvlLbl val="0"/>
      </c:catAx>
      <c:valAx>
        <c:axId val="36015788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Story Points</a:t>
                </a:r>
              </a:p>
            </c:rich>
          </c:tx>
          <c:layout>
            <c:manualLayout>
              <c:xMode val="edge"/>
              <c:yMode val="edge"/>
              <c:x val="1.8111841772063007E-2"/>
              <c:y val="0.4030967848083578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60161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7C6A23-C0DB-4FFF-8DD6-233C8C15DC7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797186-7E73-49F4-A4B8-5AC4CDC6E116}">
      <dgm:prSet/>
      <dgm:spPr/>
      <dgm:t>
        <a:bodyPr/>
        <a:lstStyle/>
        <a:p>
          <a:r>
            <a:rPr lang="de-DE"/>
            <a:t>Behebung von Fehlern</a:t>
          </a:r>
          <a:endParaRPr lang="en-US"/>
        </a:p>
      </dgm:t>
    </dgm:pt>
    <dgm:pt modelId="{FDA85400-2563-45E2-A8EF-EA62C03416AC}" type="parTrans" cxnId="{D0BFD63C-56AC-44E3-B5DE-D20F9A4CDE7A}">
      <dgm:prSet/>
      <dgm:spPr/>
      <dgm:t>
        <a:bodyPr/>
        <a:lstStyle/>
        <a:p>
          <a:endParaRPr lang="en-US"/>
        </a:p>
      </dgm:t>
    </dgm:pt>
    <dgm:pt modelId="{505B5CD5-D9D6-440D-A8A0-593DFC7689A3}" type="sibTrans" cxnId="{D0BFD63C-56AC-44E3-B5DE-D20F9A4CDE7A}">
      <dgm:prSet/>
      <dgm:spPr/>
      <dgm:t>
        <a:bodyPr/>
        <a:lstStyle/>
        <a:p>
          <a:endParaRPr lang="en-US"/>
        </a:p>
      </dgm:t>
    </dgm:pt>
    <dgm:pt modelId="{4CDEF118-2E98-4C06-8841-E9ADF94FE545}">
      <dgm:prSet/>
      <dgm:spPr/>
      <dgm:t>
        <a:bodyPr/>
        <a:lstStyle/>
        <a:p>
          <a:r>
            <a:rPr lang="de-DE"/>
            <a:t>Fertigstellung der Dokumentation</a:t>
          </a:r>
        </a:p>
      </dgm:t>
    </dgm:pt>
    <dgm:pt modelId="{9D2FD1A0-94D7-476A-B402-499EEFB716C8}" type="parTrans" cxnId="{9E275224-4BAA-4673-A989-5588328517EC}">
      <dgm:prSet/>
      <dgm:spPr/>
      <dgm:t>
        <a:bodyPr/>
        <a:lstStyle/>
        <a:p>
          <a:endParaRPr lang="en-US"/>
        </a:p>
      </dgm:t>
    </dgm:pt>
    <dgm:pt modelId="{5C5BC8C5-948C-44FD-B956-47BCC701B3EE}" type="sibTrans" cxnId="{9E275224-4BAA-4673-A989-5588328517EC}">
      <dgm:prSet/>
      <dgm:spPr/>
      <dgm:t>
        <a:bodyPr/>
        <a:lstStyle/>
        <a:p>
          <a:endParaRPr lang="en-US"/>
        </a:p>
      </dgm:t>
    </dgm:pt>
    <dgm:pt modelId="{8C4C400C-7E71-4F2C-9169-695FDE61D222}">
      <dgm:prSet/>
      <dgm:spPr/>
      <dgm:t>
        <a:bodyPr/>
        <a:lstStyle/>
        <a:p>
          <a:r>
            <a:rPr lang="de-DE" noProof="0"/>
            <a:t>Abschluss des Projektes</a:t>
          </a:r>
        </a:p>
      </dgm:t>
    </dgm:pt>
    <dgm:pt modelId="{6F14F82D-5626-4987-BBD2-3C899D08D4BA}" type="parTrans" cxnId="{30100B2D-6262-4D33-BD05-152003882223}">
      <dgm:prSet/>
      <dgm:spPr/>
      <dgm:t>
        <a:bodyPr/>
        <a:lstStyle/>
        <a:p>
          <a:endParaRPr lang="de-AT"/>
        </a:p>
      </dgm:t>
    </dgm:pt>
    <dgm:pt modelId="{8F1EE55C-F8A8-4115-8CDC-2670C9ECAE1C}" type="sibTrans" cxnId="{30100B2D-6262-4D33-BD05-152003882223}">
      <dgm:prSet/>
      <dgm:spPr/>
      <dgm:t>
        <a:bodyPr/>
        <a:lstStyle/>
        <a:p>
          <a:endParaRPr lang="de-AT"/>
        </a:p>
      </dgm:t>
    </dgm:pt>
    <dgm:pt modelId="{7A1EB467-E5D2-4AA9-ABCF-90EFCCAFBB51}" type="pres">
      <dgm:prSet presAssocID="{BB7C6A23-C0DB-4FFF-8DD6-233C8C15DC79}" presName="linear" presStyleCnt="0">
        <dgm:presLayoutVars>
          <dgm:animLvl val="lvl"/>
          <dgm:resizeHandles val="exact"/>
        </dgm:presLayoutVars>
      </dgm:prSet>
      <dgm:spPr/>
    </dgm:pt>
    <dgm:pt modelId="{2942ED41-48CB-4A43-80F4-94667A67B4D5}" type="pres">
      <dgm:prSet presAssocID="{0A797186-7E73-49F4-A4B8-5AC4CDC6E11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F8E6F31-AE61-4763-A9AA-DFEDC7170DD8}" type="pres">
      <dgm:prSet presAssocID="{505B5CD5-D9D6-440D-A8A0-593DFC7689A3}" presName="spacer" presStyleCnt="0"/>
      <dgm:spPr/>
    </dgm:pt>
    <dgm:pt modelId="{6E88EC39-FC2F-40DF-B771-7A4851DDF840}" type="pres">
      <dgm:prSet presAssocID="{4CDEF118-2E98-4C06-8841-E9ADF94FE54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877C79E-3FB1-4BAB-B6C9-96EDEF93F5EB}" type="pres">
      <dgm:prSet presAssocID="{5C5BC8C5-948C-44FD-B956-47BCC701B3EE}" presName="spacer" presStyleCnt="0"/>
      <dgm:spPr/>
    </dgm:pt>
    <dgm:pt modelId="{3792B7E3-13C6-414F-AA5D-0821C28100F1}" type="pres">
      <dgm:prSet presAssocID="{8C4C400C-7E71-4F2C-9169-695FDE61D222}" presName="parentText" presStyleLbl="node1" presStyleIdx="2" presStyleCnt="3" custLinFactNeighborX="-4363" custLinFactNeighborY="-643">
        <dgm:presLayoutVars>
          <dgm:chMax val="0"/>
          <dgm:bulletEnabled val="1"/>
        </dgm:presLayoutVars>
      </dgm:prSet>
      <dgm:spPr/>
    </dgm:pt>
  </dgm:ptLst>
  <dgm:cxnLst>
    <dgm:cxn modelId="{9AD6E802-9907-49D6-B99A-2BA4E7100CA7}" type="presOf" srcId="{0A797186-7E73-49F4-A4B8-5AC4CDC6E116}" destId="{2942ED41-48CB-4A43-80F4-94667A67B4D5}" srcOrd="0" destOrd="0" presId="urn:microsoft.com/office/officeart/2005/8/layout/vList2"/>
    <dgm:cxn modelId="{76923003-EB5B-4441-98B2-92CD4894E6E2}" type="presOf" srcId="{BB7C6A23-C0DB-4FFF-8DD6-233C8C15DC79}" destId="{7A1EB467-E5D2-4AA9-ABCF-90EFCCAFBB51}" srcOrd="0" destOrd="0" presId="urn:microsoft.com/office/officeart/2005/8/layout/vList2"/>
    <dgm:cxn modelId="{9E275224-4BAA-4673-A989-5588328517EC}" srcId="{BB7C6A23-C0DB-4FFF-8DD6-233C8C15DC79}" destId="{4CDEF118-2E98-4C06-8841-E9ADF94FE545}" srcOrd="1" destOrd="0" parTransId="{9D2FD1A0-94D7-476A-B402-499EEFB716C8}" sibTransId="{5C5BC8C5-948C-44FD-B956-47BCC701B3EE}"/>
    <dgm:cxn modelId="{30100B2D-6262-4D33-BD05-152003882223}" srcId="{BB7C6A23-C0DB-4FFF-8DD6-233C8C15DC79}" destId="{8C4C400C-7E71-4F2C-9169-695FDE61D222}" srcOrd="2" destOrd="0" parTransId="{6F14F82D-5626-4987-BBD2-3C899D08D4BA}" sibTransId="{8F1EE55C-F8A8-4115-8CDC-2670C9ECAE1C}"/>
    <dgm:cxn modelId="{D0BFD63C-56AC-44E3-B5DE-D20F9A4CDE7A}" srcId="{BB7C6A23-C0DB-4FFF-8DD6-233C8C15DC79}" destId="{0A797186-7E73-49F4-A4B8-5AC4CDC6E116}" srcOrd="0" destOrd="0" parTransId="{FDA85400-2563-45E2-A8EF-EA62C03416AC}" sibTransId="{505B5CD5-D9D6-440D-A8A0-593DFC7689A3}"/>
    <dgm:cxn modelId="{58CB9C76-10F1-4CE7-ACB7-DACA53EF03BC}" type="presOf" srcId="{4CDEF118-2E98-4C06-8841-E9ADF94FE545}" destId="{6E88EC39-FC2F-40DF-B771-7A4851DDF840}" srcOrd="0" destOrd="0" presId="urn:microsoft.com/office/officeart/2005/8/layout/vList2"/>
    <dgm:cxn modelId="{5DFB90CC-670E-43C0-9E95-EBBFE3C6BAF9}" type="presOf" srcId="{8C4C400C-7E71-4F2C-9169-695FDE61D222}" destId="{3792B7E3-13C6-414F-AA5D-0821C28100F1}" srcOrd="0" destOrd="0" presId="urn:microsoft.com/office/officeart/2005/8/layout/vList2"/>
    <dgm:cxn modelId="{CA2AF283-55FC-4756-9116-EBE5FEA33DA4}" type="presParOf" srcId="{7A1EB467-E5D2-4AA9-ABCF-90EFCCAFBB51}" destId="{2942ED41-48CB-4A43-80F4-94667A67B4D5}" srcOrd="0" destOrd="0" presId="urn:microsoft.com/office/officeart/2005/8/layout/vList2"/>
    <dgm:cxn modelId="{BDEB1D55-FDF0-4322-A278-6D037E1427DF}" type="presParOf" srcId="{7A1EB467-E5D2-4AA9-ABCF-90EFCCAFBB51}" destId="{3F8E6F31-AE61-4763-A9AA-DFEDC7170DD8}" srcOrd="1" destOrd="0" presId="urn:microsoft.com/office/officeart/2005/8/layout/vList2"/>
    <dgm:cxn modelId="{A4F2385D-F84D-4568-BA02-93E640EAF105}" type="presParOf" srcId="{7A1EB467-E5D2-4AA9-ABCF-90EFCCAFBB51}" destId="{6E88EC39-FC2F-40DF-B771-7A4851DDF840}" srcOrd="2" destOrd="0" presId="urn:microsoft.com/office/officeart/2005/8/layout/vList2"/>
    <dgm:cxn modelId="{5495A410-0DB3-42DD-B413-523546B848A2}" type="presParOf" srcId="{7A1EB467-E5D2-4AA9-ABCF-90EFCCAFBB51}" destId="{F877C79E-3FB1-4BAB-B6C9-96EDEF93F5EB}" srcOrd="3" destOrd="0" presId="urn:microsoft.com/office/officeart/2005/8/layout/vList2"/>
    <dgm:cxn modelId="{0222C871-9AC9-449F-AAD6-A3ABB96F4CC6}" type="presParOf" srcId="{7A1EB467-E5D2-4AA9-ABCF-90EFCCAFBB51}" destId="{3792B7E3-13C6-414F-AA5D-0821C28100F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DCD610-B63E-42B3-BE85-96CCACDB024B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FDEEAB-A7EF-46E2-8153-6E5D4ACD9CD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b="1" i="0" baseline="0"/>
            <a:t>Backend:</a:t>
          </a:r>
          <a:endParaRPr lang="en-US"/>
        </a:p>
      </dgm:t>
    </dgm:pt>
    <dgm:pt modelId="{F4C22015-6A3B-420B-BBA6-1356430457B6}" type="parTrans" cxnId="{8B6A0DE5-D8B0-4D7F-B78C-503CE2DE64C1}">
      <dgm:prSet/>
      <dgm:spPr/>
      <dgm:t>
        <a:bodyPr/>
        <a:lstStyle/>
        <a:p>
          <a:endParaRPr lang="en-US"/>
        </a:p>
      </dgm:t>
    </dgm:pt>
    <dgm:pt modelId="{90979CD8-3862-474B-B1B0-7FD801C5D5D0}" type="sibTrans" cxnId="{8B6A0DE5-D8B0-4D7F-B78C-503CE2DE64C1}">
      <dgm:prSet/>
      <dgm:spPr/>
      <dgm:t>
        <a:bodyPr/>
        <a:lstStyle/>
        <a:p>
          <a:endParaRPr lang="en-US"/>
        </a:p>
      </dgm:t>
    </dgm:pt>
    <dgm:pt modelId="{F959E9FF-7348-4908-82ED-673DDA260639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 i="0" baseline="0"/>
            <a:t>NestJS (TypeScript), REST-API</a:t>
          </a:r>
          <a:endParaRPr lang="en-US"/>
        </a:p>
      </dgm:t>
    </dgm:pt>
    <dgm:pt modelId="{CB949704-A028-47B4-A4ED-EFF35392B474}" type="parTrans" cxnId="{BAD338EE-F652-4C9F-86A9-4441AD56C6F6}">
      <dgm:prSet/>
      <dgm:spPr/>
      <dgm:t>
        <a:bodyPr/>
        <a:lstStyle/>
        <a:p>
          <a:endParaRPr lang="en-US"/>
        </a:p>
      </dgm:t>
    </dgm:pt>
    <dgm:pt modelId="{EFA7BB8F-92B7-45D7-A7A7-E866DC1CAC7E}" type="sibTrans" cxnId="{BAD338EE-F652-4C9F-86A9-4441AD56C6F6}">
      <dgm:prSet/>
      <dgm:spPr/>
      <dgm:t>
        <a:bodyPr/>
        <a:lstStyle/>
        <a:p>
          <a:endParaRPr lang="en-US"/>
        </a:p>
      </dgm:t>
    </dgm:pt>
    <dgm:pt modelId="{BF8A41B2-EB30-4BAD-962E-5FCB0321606D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 i="0" baseline="0"/>
            <a:t>UDP für mBot-Kommunikation</a:t>
          </a:r>
          <a:endParaRPr lang="en-US"/>
        </a:p>
      </dgm:t>
    </dgm:pt>
    <dgm:pt modelId="{EB9130CC-EDA2-4803-86FB-7D4F6FBA947F}" type="parTrans" cxnId="{E6BB6E4E-93E2-4404-A60F-D7B32CC452AA}">
      <dgm:prSet/>
      <dgm:spPr/>
      <dgm:t>
        <a:bodyPr/>
        <a:lstStyle/>
        <a:p>
          <a:endParaRPr lang="en-US"/>
        </a:p>
      </dgm:t>
    </dgm:pt>
    <dgm:pt modelId="{52659F19-DC9C-4FB3-9C6B-EC234CBBC5A4}" type="sibTrans" cxnId="{E6BB6E4E-93E2-4404-A60F-D7B32CC452AA}">
      <dgm:prSet/>
      <dgm:spPr/>
      <dgm:t>
        <a:bodyPr/>
        <a:lstStyle/>
        <a:p>
          <a:endParaRPr lang="en-US"/>
        </a:p>
      </dgm:t>
    </dgm:pt>
    <dgm:pt modelId="{31FA0AB0-801E-4C74-912D-8CF96EC46F73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 i="0" baseline="0"/>
            <a:t>MongoDB via Mongoose</a:t>
          </a:r>
          <a:endParaRPr lang="en-US"/>
        </a:p>
      </dgm:t>
    </dgm:pt>
    <dgm:pt modelId="{EC834381-0BC5-4374-BE15-21A264DD90C8}" type="parTrans" cxnId="{9C050884-7B11-411B-81F9-13DA7CD59710}">
      <dgm:prSet/>
      <dgm:spPr/>
      <dgm:t>
        <a:bodyPr/>
        <a:lstStyle/>
        <a:p>
          <a:endParaRPr lang="en-US"/>
        </a:p>
      </dgm:t>
    </dgm:pt>
    <dgm:pt modelId="{705E98BC-D7C6-4D2B-9369-5B0CF3DC2407}" type="sibTrans" cxnId="{9C050884-7B11-411B-81F9-13DA7CD59710}">
      <dgm:prSet/>
      <dgm:spPr/>
      <dgm:t>
        <a:bodyPr/>
        <a:lstStyle/>
        <a:p>
          <a:endParaRPr lang="en-US"/>
        </a:p>
      </dgm:t>
    </dgm:pt>
    <dgm:pt modelId="{AE0A9344-9235-4692-AD74-610649B1742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b="1" i="0" baseline="0"/>
            <a:t>mBot:</a:t>
          </a:r>
          <a:endParaRPr lang="en-US"/>
        </a:p>
      </dgm:t>
    </dgm:pt>
    <dgm:pt modelId="{60195949-562B-43BC-9CC3-E161CDBEF4DD}" type="parTrans" cxnId="{F7ADD845-2DED-460F-B73E-C12959037046}">
      <dgm:prSet/>
      <dgm:spPr/>
      <dgm:t>
        <a:bodyPr/>
        <a:lstStyle/>
        <a:p>
          <a:endParaRPr lang="en-US"/>
        </a:p>
      </dgm:t>
    </dgm:pt>
    <dgm:pt modelId="{DBA32214-46AD-44B5-9CB4-FB18F23A33D7}" type="sibTrans" cxnId="{F7ADD845-2DED-460F-B73E-C12959037046}">
      <dgm:prSet/>
      <dgm:spPr/>
      <dgm:t>
        <a:bodyPr/>
        <a:lstStyle/>
        <a:p>
          <a:endParaRPr lang="en-US"/>
        </a:p>
      </dgm:t>
    </dgm:pt>
    <dgm:pt modelId="{25D643FD-00D7-4275-958C-5D69A17F9909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 i="0" baseline="0"/>
            <a:t>MicroPython</a:t>
          </a:r>
          <a:endParaRPr lang="en-US"/>
        </a:p>
      </dgm:t>
    </dgm:pt>
    <dgm:pt modelId="{4B95C378-D2A1-4E92-A8E4-0A24C713A05C}" type="parTrans" cxnId="{9E2FC008-F23D-48ED-A7E4-959B039AF747}">
      <dgm:prSet/>
      <dgm:spPr/>
      <dgm:t>
        <a:bodyPr/>
        <a:lstStyle/>
        <a:p>
          <a:endParaRPr lang="en-US"/>
        </a:p>
      </dgm:t>
    </dgm:pt>
    <dgm:pt modelId="{5BE744A1-A424-4410-827B-9354B781D25B}" type="sibTrans" cxnId="{9E2FC008-F23D-48ED-A7E4-959B039AF747}">
      <dgm:prSet/>
      <dgm:spPr/>
      <dgm:t>
        <a:bodyPr/>
        <a:lstStyle/>
        <a:p>
          <a:endParaRPr lang="en-US"/>
        </a:p>
      </dgm:t>
    </dgm:pt>
    <dgm:pt modelId="{AD88C9D7-E9A8-44AD-A5B9-E8942EAA1011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 i="0" baseline="0"/>
            <a:t>UDP-Client, Sensordaten-Ausgabe</a:t>
          </a:r>
          <a:endParaRPr lang="en-US"/>
        </a:p>
      </dgm:t>
    </dgm:pt>
    <dgm:pt modelId="{1526F065-F725-4DAC-90B7-13FB88B4907D}" type="parTrans" cxnId="{A40F67FF-20F9-44DF-BDDB-FD96B2308745}">
      <dgm:prSet/>
      <dgm:spPr/>
      <dgm:t>
        <a:bodyPr/>
        <a:lstStyle/>
        <a:p>
          <a:endParaRPr lang="en-US"/>
        </a:p>
      </dgm:t>
    </dgm:pt>
    <dgm:pt modelId="{85F6D5C9-022E-4F0D-8823-0F43E346E2CB}" type="sibTrans" cxnId="{A40F67FF-20F9-44DF-BDDB-FD96B2308745}">
      <dgm:prSet/>
      <dgm:spPr/>
      <dgm:t>
        <a:bodyPr/>
        <a:lstStyle/>
        <a:p>
          <a:endParaRPr lang="en-US"/>
        </a:p>
      </dgm:t>
    </dgm:pt>
    <dgm:pt modelId="{3AA12198-34BF-4EA7-AD85-6641394FF3E7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 i="0" baseline="0"/>
            <a:t>Steuerung</a:t>
          </a:r>
          <a:endParaRPr lang="en-US"/>
        </a:p>
      </dgm:t>
    </dgm:pt>
    <dgm:pt modelId="{1F1EA2D7-47E0-4446-BD92-B0E6D2FC66E2}" type="parTrans" cxnId="{797F8E13-F24D-44A2-B754-693A96F89751}">
      <dgm:prSet/>
      <dgm:spPr/>
      <dgm:t>
        <a:bodyPr/>
        <a:lstStyle/>
        <a:p>
          <a:endParaRPr lang="en-US"/>
        </a:p>
      </dgm:t>
    </dgm:pt>
    <dgm:pt modelId="{9DE160AC-DE68-4902-BC42-A3DBADBC5E52}" type="sibTrans" cxnId="{797F8E13-F24D-44A2-B754-693A96F89751}">
      <dgm:prSet/>
      <dgm:spPr/>
      <dgm:t>
        <a:bodyPr/>
        <a:lstStyle/>
        <a:p>
          <a:endParaRPr lang="en-US"/>
        </a:p>
      </dgm:t>
    </dgm:pt>
    <dgm:pt modelId="{3CC72B97-A648-4A75-BA59-038D9F1C821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b="1" i="0" baseline="0"/>
            <a:t>Tools:</a:t>
          </a:r>
          <a:endParaRPr lang="en-US"/>
        </a:p>
      </dgm:t>
    </dgm:pt>
    <dgm:pt modelId="{52AEA9A6-D2F6-47A0-B9D8-C3C2BBC90DDC}" type="parTrans" cxnId="{3A34D253-7D46-4D44-BF32-FCE7C8629DAB}">
      <dgm:prSet/>
      <dgm:spPr/>
      <dgm:t>
        <a:bodyPr/>
        <a:lstStyle/>
        <a:p>
          <a:endParaRPr lang="en-US"/>
        </a:p>
      </dgm:t>
    </dgm:pt>
    <dgm:pt modelId="{E6BE0B88-8890-406A-8A19-463CA4B4072F}" type="sibTrans" cxnId="{3A34D253-7D46-4D44-BF32-FCE7C8629DAB}">
      <dgm:prSet/>
      <dgm:spPr/>
      <dgm:t>
        <a:bodyPr/>
        <a:lstStyle/>
        <a:p>
          <a:endParaRPr lang="en-US"/>
        </a:p>
      </dgm:t>
    </dgm:pt>
    <dgm:pt modelId="{A8116445-AA42-41F7-BB6B-EAE16BB1A5F0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 i="0" baseline="0"/>
            <a:t>VS Code, Postman, GitHub, MongoDB Compass, mBlock</a:t>
          </a:r>
          <a:endParaRPr lang="en-US"/>
        </a:p>
      </dgm:t>
    </dgm:pt>
    <dgm:pt modelId="{88668E61-299A-4ACF-85C6-519AC706D9CB}" type="parTrans" cxnId="{2AAE94A7-744C-4148-935A-B35C402F3326}">
      <dgm:prSet/>
      <dgm:spPr/>
      <dgm:t>
        <a:bodyPr/>
        <a:lstStyle/>
        <a:p>
          <a:endParaRPr lang="en-US"/>
        </a:p>
      </dgm:t>
    </dgm:pt>
    <dgm:pt modelId="{5A03D21A-EACE-430D-8648-4A7EF9C7F5D6}" type="sibTrans" cxnId="{2AAE94A7-744C-4148-935A-B35C402F3326}">
      <dgm:prSet/>
      <dgm:spPr/>
      <dgm:t>
        <a:bodyPr/>
        <a:lstStyle/>
        <a:p>
          <a:endParaRPr lang="en-US"/>
        </a:p>
      </dgm:t>
    </dgm:pt>
    <dgm:pt modelId="{19B89644-3B18-42C1-9CB7-3A6FFEA70BB9}" type="pres">
      <dgm:prSet presAssocID="{69DCD610-B63E-42B3-BE85-96CCACDB024B}" presName="root" presStyleCnt="0">
        <dgm:presLayoutVars>
          <dgm:dir/>
          <dgm:resizeHandles val="exact"/>
        </dgm:presLayoutVars>
      </dgm:prSet>
      <dgm:spPr/>
    </dgm:pt>
    <dgm:pt modelId="{BC683F92-EFF3-4C03-B2C6-DFEE43369F28}" type="pres">
      <dgm:prSet presAssocID="{88FDEEAB-A7EF-46E2-8153-6E5D4ACD9CDB}" presName="compNode" presStyleCnt="0"/>
      <dgm:spPr/>
    </dgm:pt>
    <dgm:pt modelId="{CC792B6C-4C12-4FDA-9EB1-5EF65CBC857D}" type="pres">
      <dgm:prSet presAssocID="{88FDEEAB-A7EF-46E2-8153-6E5D4ACD9CD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enbank"/>
        </a:ext>
      </dgm:extLst>
    </dgm:pt>
    <dgm:pt modelId="{8EC245C8-035C-47C5-A130-3473B00D83EA}" type="pres">
      <dgm:prSet presAssocID="{88FDEEAB-A7EF-46E2-8153-6E5D4ACD9CDB}" presName="iconSpace" presStyleCnt="0"/>
      <dgm:spPr/>
    </dgm:pt>
    <dgm:pt modelId="{434CE2D7-20A3-4691-B92E-7BB6611A250F}" type="pres">
      <dgm:prSet presAssocID="{88FDEEAB-A7EF-46E2-8153-6E5D4ACD9CDB}" presName="parTx" presStyleLbl="revTx" presStyleIdx="0" presStyleCnt="6">
        <dgm:presLayoutVars>
          <dgm:chMax val="0"/>
          <dgm:chPref val="0"/>
        </dgm:presLayoutVars>
      </dgm:prSet>
      <dgm:spPr/>
    </dgm:pt>
    <dgm:pt modelId="{F2FD1BAD-EFCB-47C7-AA7C-9E25CB733305}" type="pres">
      <dgm:prSet presAssocID="{88FDEEAB-A7EF-46E2-8153-6E5D4ACD9CDB}" presName="txSpace" presStyleCnt="0"/>
      <dgm:spPr/>
    </dgm:pt>
    <dgm:pt modelId="{635F1592-630E-40DE-9A8C-AEBF2BC2B187}" type="pres">
      <dgm:prSet presAssocID="{88FDEEAB-A7EF-46E2-8153-6E5D4ACD9CDB}" presName="desTx" presStyleLbl="revTx" presStyleIdx="1" presStyleCnt="6">
        <dgm:presLayoutVars/>
      </dgm:prSet>
      <dgm:spPr/>
    </dgm:pt>
    <dgm:pt modelId="{18ED36DB-F135-45EB-9316-87F4CC11FCF0}" type="pres">
      <dgm:prSet presAssocID="{90979CD8-3862-474B-B1B0-7FD801C5D5D0}" presName="sibTrans" presStyleCnt="0"/>
      <dgm:spPr/>
    </dgm:pt>
    <dgm:pt modelId="{A6E37855-D68A-44F4-8DF7-712DF3D865CC}" type="pres">
      <dgm:prSet presAssocID="{AE0A9344-9235-4692-AD74-610649B1742C}" presName="compNode" presStyleCnt="0"/>
      <dgm:spPr/>
    </dgm:pt>
    <dgm:pt modelId="{3F9C5258-60DF-4910-9810-9E385FEB45B0}" type="pres">
      <dgm:prSet presAssocID="{AE0A9344-9235-4692-AD74-610649B1742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zessor"/>
        </a:ext>
      </dgm:extLst>
    </dgm:pt>
    <dgm:pt modelId="{4E1D076B-D42F-43E4-B2C9-0E8C1899BF72}" type="pres">
      <dgm:prSet presAssocID="{AE0A9344-9235-4692-AD74-610649B1742C}" presName="iconSpace" presStyleCnt="0"/>
      <dgm:spPr/>
    </dgm:pt>
    <dgm:pt modelId="{6443432A-E4B8-4E57-9040-057AD7575C8D}" type="pres">
      <dgm:prSet presAssocID="{AE0A9344-9235-4692-AD74-610649B1742C}" presName="parTx" presStyleLbl="revTx" presStyleIdx="2" presStyleCnt="6">
        <dgm:presLayoutVars>
          <dgm:chMax val="0"/>
          <dgm:chPref val="0"/>
        </dgm:presLayoutVars>
      </dgm:prSet>
      <dgm:spPr/>
    </dgm:pt>
    <dgm:pt modelId="{17202611-632E-4B9D-B026-1BA0CBF6F384}" type="pres">
      <dgm:prSet presAssocID="{AE0A9344-9235-4692-AD74-610649B1742C}" presName="txSpace" presStyleCnt="0"/>
      <dgm:spPr/>
    </dgm:pt>
    <dgm:pt modelId="{3B820BB1-3BD2-445D-97ED-71EA6F2C368C}" type="pres">
      <dgm:prSet presAssocID="{AE0A9344-9235-4692-AD74-610649B1742C}" presName="desTx" presStyleLbl="revTx" presStyleIdx="3" presStyleCnt="6">
        <dgm:presLayoutVars/>
      </dgm:prSet>
      <dgm:spPr/>
    </dgm:pt>
    <dgm:pt modelId="{FB6C31B8-0534-4F5E-A7E9-249B9C945E53}" type="pres">
      <dgm:prSet presAssocID="{DBA32214-46AD-44B5-9CB4-FB18F23A33D7}" presName="sibTrans" presStyleCnt="0"/>
      <dgm:spPr/>
    </dgm:pt>
    <dgm:pt modelId="{6567E901-B888-49E5-AA21-3E0729E2C8BA}" type="pres">
      <dgm:prSet presAssocID="{3CC72B97-A648-4A75-BA59-038D9F1C821B}" presName="compNode" presStyleCnt="0"/>
      <dgm:spPr/>
    </dgm:pt>
    <dgm:pt modelId="{34CC4D94-37E6-437C-9709-925F6F1DD77F}" type="pres">
      <dgm:prSet presAssocID="{3CC72B97-A648-4A75-BA59-038D9F1C821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E05219A8-8D9F-482F-9E69-6A6C8FEEA57D}" type="pres">
      <dgm:prSet presAssocID="{3CC72B97-A648-4A75-BA59-038D9F1C821B}" presName="iconSpace" presStyleCnt="0"/>
      <dgm:spPr/>
    </dgm:pt>
    <dgm:pt modelId="{AB8C0D28-859E-424C-846A-376153DE8A6B}" type="pres">
      <dgm:prSet presAssocID="{3CC72B97-A648-4A75-BA59-038D9F1C821B}" presName="parTx" presStyleLbl="revTx" presStyleIdx="4" presStyleCnt="6">
        <dgm:presLayoutVars>
          <dgm:chMax val="0"/>
          <dgm:chPref val="0"/>
        </dgm:presLayoutVars>
      </dgm:prSet>
      <dgm:spPr/>
    </dgm:pt>
    <dgm:pt modelId="{AFB5771C-372A-43D9-BE93-C9E29199ADDF}" type="pres">
      <dgm:prSet presAssocID="{3CC72B97-A648-4A75-BA59-038D9F1C821B}" presName="txSpace" presStyleCnt="0"/>
      <dgm:spPr/>
    </dgm:pt>
    <dgm:pt modelId="{CB1F3E88-A81C-4EAD-927D-0F98BB74C4FA}" type="pres">
      <dgm:prSet presAssocID="{3CC72B97-A648-4A75-BA59-038D9F1C821B}" presName="desTx" presStyleLbl="revTx" presStyleIdx="5" presStyleCnt="6">
        <dgm:presLayoutVars/>
      </dgm:prSet>
      <dgm:spPr/>
    </dgm:pt>
  </dgm:ptLst>
  <dgm:cxnLst>
    <dgm:cxn modelId="{9E2FC008-F23D-48ED-A7E4-959B039AF747}" srcId="{AE0A9344-9235-4692-AD74-610649B1742C}" destId="{25D643FD-00D7-4275-958C-5D69A17F9909}" srcOrd="0" destOrd="0" parTransId="{4B95C378-D2A1-4E92-A8E4-0A24C713A05C}" sibTransId="{5BE744A1-A424-4410-827B-9354B781D25B}"/>
    <dgm:cxn modelId="{227EA10E-C3E5-40D1-9C44-FF4C80D983CD}" type="presOf" srcId="{3AA12198-34BF-4EA7-AD85-6641394FF3E7}" destId="{3B820BB1-3BD2-445D-97ED-71EA6F2C368C}" srcOrd="0" destOrd="2" presId="urn:microsoft.com/office/officeart/2018/5/layout/CenteredIconLabelDescriptionList"/>
    <dgm:cxn modelId="{797F8E13-F24D-44A2-B754-693A96F89751}" srcId="{AE0A9344-9235-4692-AD74-610649B1742C}" destId="{3AA12198-34BF-4EA7-AD85-6641394FF3E7}" srcOrd="2" destOrd="0" parTransId="{1F1EA2D7-47E0-4446-BD92-B0E6D2FC66E2}" sibTransId="{9DE160AC-DE68-4902-BC42-A3DBADBC5E52}"/>
    <dgm:cxn modelId="{90C5C660-DEF5-4C87-BB0D-2461B5EC0C46}" type="presOf" srcId="{AD88C9D7-E9A8-44AD-A5B9-E8942EAA1011}" destId="{3B820BB1-3BD2-445D-97ED-71EA6F2C368C}" srcOrd="0" destOrd="1" presId="urn:microsoft.com/office/officeart/2018/5/layout/CenteredIconLabelDescriptionList"/>
    <dgm:cxn modelId="{F7ADD845-2DED-460F-B73E-C12959037046}" srcId="{69DCD610-B63E-42B3-BE85-96CCACDB024B}" destId="{AE0A9344-9235-4692-AD74-610649B1742C}" srcOrd="1" destOrd="0" parTransId="{60195949-562B-43BC-9CC3-E161CDBEF4DD}" sibTransId="{DBA32214-46AD-44B5-9CB4-FB18F23A33D7}"/>
    <dgm:cxn modelId="{EA7C544C-C6F8-468C-BD93-82DCEEFDF110}" type="presOf" srcId="{BF8A41B2-EB30-4BAD-962E-5FCB0321606D}" destId="{635F1592-630E-40DE-9A8C-AEBF2BC2B187}" srcOrd="0" destOrd="1" presId="urn:microsoft.com/office/officeart/2018/5/layout/CenteredIconLabelDescriptionList"/>
    <dgm:cxn modelId="{E6BB6E4E-93E2-4404-A60F-D7B32CC452AA}" srcId="{88FDEEAB-A7EF-46E2-8153-6E5D4ACD9CDB}" destId="{BF8A41B2-EB30-4BAD-962E-5FCB0321606D}" srcOrd="1" destOrd="0" parTransId="{EB9130CC-EDA2-4803-86FB-7D4F6FBA947F}" sibTransId="{52659F19-DC9C-4FB3-9C6B-EC234CBBC5A4}"/>
    <dgm:cxn modelId="{3A34D253-7D46-4D44-BF32-FCE7C8629DAB}" srcId="{69DCD610-B63E-42B3-BE85-96CCACDB024B}" destId="{3CC72B97-A648-4A75-BA59-038D9F1C821B}" srcOrd="2" destOrd="0" parTransId="{52AEA9A6-D2F6-47A0-B9D8-C3C2BBC90DDC}" sibTransId="{E6BE0B88-8890-406A-8A19-463CA4B4072F}"/>
    <dgm:cxn modelId="{E7BE2275-ED85-4929-A989-DD9003252972}" type="presOf" srcId="{F959E9FF-7348-4908-82ED-673DDA260639}" destId="{635F1592-630E-40DE-9A8C-AEBF2BC2B187}" srcOrd="0" destOrd="0" presId="urn:microsoft.com/office/officeart/2018/5/layout/CenteredIconLabelDescriptionList"/>
    <dgm:cxn modelId="{A7378B57-8E78-4191-BB66-43C5D41B8DCE}" type="presOf" srcId="{88FDEEAB-A7EF-46E2-8153-6E5D4ACD9CDB}" destId="{434CE2D7-20A3-4691-B92E-7BB6611A250F}" srcOrd="0" destOrd="0" presId="urn:microsoft.com/office/officeart/2018/5/layout/CenteredIconLabelDescriptionList"/>
    <dgm:cxn modelId="{5CE26C7F-87D4-49C0-A53C-50A8476F2C97}" type="presOf" srcId="{A8116445-AA42-41F7-BB6B-EAE16BB1A5F0}" destId="{CB1F3E88-A81C-4EAD-927D-0F98BB74C4FA}" srcOrd="0" destOrd="0" presId="urn:microsoft.com/office/officeart/2018/5/layout/CenteredIconLabelDescriptionList"/>
    <dgm:cxn modelId="{9C050884-7B11-411B-81F9-13DA7CD59710}" srcId="{88FDEEAB-A7EF-46E2-8153-6E5D4ACD9CDB}" destId="{31FA0AB0-801E-4C74-912D-8CF96EC46F73}" srcOrd="2" destOrd="0" parTransId="{EC834381-0BC5-4374-BE15-21A264DD90C8}" sibTransId="{705E98BC-D7C6-4D2B-9369-5B0CF3DC2407}"/>
    <dgm:cxn modelId="{6ED304A0-867A-4203-A774-4815F1CCB076}" type="presOf" srcId="{69DCD610-B63E-42B3-BE85-96CCACDB024B}" destId="{19B89644-3B18-42C1-9CB7-3A6FFEA70BB9}" srcOrd="0" destOrd="0" presId="urn:microsoft.com/office/officeart/2018/5/layout/CenteredIconLabelDescriptionList"/>
    <dgm:cxn modelId="{2AAE94A7-744C-4148-935A-B35C402F3326}" srcId="{3CC72B97-A648-4A75-BA59-038D9F1C821B}" destId="{A8116445-AA42-41F7-BB6B-EAE16BB1A5F0}" srcOrd="0" destOrd="0" parTransId="{88668E61-299A-4ACF-85C6-519AC706D9CB}" sibTransId="{5A03D21A-EACE-430D-8648-4A7EF9C7F5D6}"/>
    <dgm:cxn modelId="{8EDA03B6-E88B-426B-937A-696F633C0AF7}" type="presOf" srcId="{AE0A9344-9235-4692-AD74-610649B1742C}" destId="{6443432A-E4B8-4E57-9040-057AD7575C8D}" srcOrd="0" destOrd="0" presId="urn:microsoft.com/office/officeart/2018/5/layout/CenteredIconLabelDescriptionList"/>
    <dgm:cxn modelId="{0662E2CA-662E-4A4C-B8D9-AB92694851CF}" type="presOf" srcId="{31FA0AB0-801E-4C74-912D-8CF96EC46F73}" destId="{635F1592-630E-40DE-9A8C-AEBF2BC2B187}" srcOrd="0" destOrd="2" presId="urn:microsoft.com/office/officeart/2018/5/layout/CenteredIconLabelDescriptionList"/>
    <dgm:cxn modelId="{B873BFD5-A797-4BF7-A5F2-7B5052F6C891}" type="presOf" srcId="{25D643FD-00D7-4275-958C-5D69A17F9909}" destId="{3B820BB1-3BD2-445D-97ED-71EA6F2C368C}" srcOrd="0" destOrd="0" presId="urn:microsoft.com/office/officeart/2018/5/layout/CenteredIconLabelDescriptionList"/>
    <dgm:cxn modelId="{8B6A0DE5-D8B0-4D7F-B78C-503CE2DE64C1}" srcId="{69DCD610-B63E-42B3-BE85-96CCACDB024B}" destId="{88FDEEAB-A7EF-46E2-8153-6E5D4ACD9CDB}" srcOrd="0" destOrd="0" parTransId="{F4C22015-6A3B-420B-BBA6-1356430457B6}" sibTransId="{90979CD8-3862-474B-B1B0-7FD801C5D5D0}"/>
    <dgm:cxn modelId="{BAD338EE-F652-4C9F-86A9-4441AD56C6F6}" srcId="{88FDEEAB-A7EF-46E2-8153-6E5D4ACD9CDB}" destId="{F959E9FF-7348-4908-82ED-673DDA260639}" srcOrd="0" destOrd="0" parTransId="{CB949704-A028-47B4-A4ED-EFF35392B474}" sibTransId="{EFA7BB8F-92B7-45D7-A7A7-E866DC1CAC7E}"/>
    <dgm:cxn modelId="{A8483DF0-E18A-45C2-9D22-AA2D409CD8DD}" type="presOf" srcId="{3CC72B97-A648-4A75-BA59-038D9F1C821B}" destId="{AB8C0D28-859E-424C-846A-376153DE8A6B}" srcOrd="0" destOrd="0" presId="urn:microsoft.com/office/officeart/2018/5/layout/CenteredIconLabelDescriptionList"/>
    <dgm:cxn modelId="{A40F67FF-20F9-44DF-BDDB-FD96B2308745}" srcId="{AE0A9344-9235-4692-AD74-610649B1742C}" destId="{AD88C9D7-E9A8-44AD-A5B9-E8942EAA1011}" srcOrd="1" destOrd="0" parTransId="{1526F065-F725-4DAC-90B7-13FB88B4907D}" sibTransId="{85F6D5C9-022E-4F0D-8823-0F43E346E2CB}"/>
    <dgm:cxn modelId="{C3BDAA3C-1EC2-49ED-B8DE-75B348C70EF5}" type="presParOf" srcId="{19B89644-3B18-42C1-9CB7-3A6FFEA70BB9}" destId="{BC683F92-EFF3-4C03-B2C6-DFEE43369F28}" srcOrd="0" destOrd="0" presId="urn:microsoft.com/office/officeart/2018/5/layout/CenteredIconLabelDescriptionList"/>
    <dgm:cxn modelId="{E45FA4C0-581E-4FFD-9EF7-4589373699D7}" type="presParOf" srcId="{BC683F92-EFF3-4C03-B2C6-DFEE43369F28}" destId="{CC792B6C-4C12-4FDA-9EB1-5EF65CBC857D}" srcOrd="0" destOrd="0" presId="urn:microsoft.com/office/officeart/2018/5/layout/CenteredIconLabelDescriptionList"/>
    <dgm:cxn modelId="{1B452C52-D3E5-48C3-8CBE-EEF25B06CEC4}" type="presParOf" srcId="{BC683F92-EFF3-4C03-B2C6-DFEE43369F28}" destId="{8EC245C8-035C-47C5-A130-3473B00D83EA}" srcOrd="1" destOrd="0" presId="urn:microsoft.com/office/officeart/2018/5/layout/CenteredIconLabelDescriptionList"/>
    <dgm:cxn modelId="{674420C1-BD74-4AB5-8BA2-29CAAFBEF975}" type="presParOf" srcId="{BC683F92-EFF3-4C03-B2C6-DFEE43369F28}" destId="{434CE2D7-20A3-4691-B92E-7BB6611A250F}" srcOrd="2" destOrd="0" presId="urn:microsoft.com/office/officeart/2018/5/layout/CenteredIconLabelDescriptionList"/>
    <dgm:cxn modelId="{6988C0DE-DE76-4298-89D9-2FDE86F113E7}" type="presParOf" srcId="{BC683F92-EFF3-4C03-B2C6-DFEE43369F28}" destId="{F2FD1BAD-EFCB-47C7-AA7C-9E25CB733305}" srcOrd="3" destOrd="0" presId="urn:microsoft.com/office/officeart/2018/5/layout/CenteredIconLabelDescriptionList"/>
    <dgm:cxn modelId="{39C66637-ED6B-44DD-8F37-215C81BD8C3B}" type="presParOf" srcId="{BC683F92-EFF3-4C03-B2C6-DFEE43369F28}" destId="{635F1592-630E-40DE-9A8C-AEBF2BC2B187}" srcOrd="4" destOrd="0" presId="urn:microsoft.com/office/officeart/2018/5/layout/CenteredIconLabelDescriptionList"/>
    <dgm:cxn modelId="{461C8290-077A-4C01-9407-64DA5F4F796D}" type="presParOf" srcId="{19B89644-3B18-42C1-9CB7-3A6FFEA70BB9}" destId="{18ED36DB-F135-45EB-9316-87F4CC11FCF0}" srcOrd="1" destOrd="0" presId="urn:microsoft.com/office/officeart/2018/5/layout/CenteredIconLabelDescriptionList"/>
    <dgm:cxn modelId="{649C4AD7-CDD1-4217-9067-C946811ABE48}" type="presParOf" srcId="{19B89644-3B18-42C1-9CB7-3A6FFEA70BB9}" destId="{A6E37855-D68A-44F4-8DF7-712DF3D865CC}" srcOrd="2" destOrd="0" presId="urn:microsoft.com/office/officeart/2018/5/layout/CenteredIconLabelDescriptionList"/>
    <dgm:cxn modelId="{4E4662CA-5858-4A37-8551-5F8062ADFA76}" type="presParOf" srcId="{A6E37855-D68A-44F4-8DF7-712DF3D865CC}" destId="{3F9C5258-60DF-4910-9810-9E385FEB45B0}" srcOrd="0" destOrd="0" presId="urn:microsoft.com/office/officeart/2018/5/layout/CenteredIconLabelDescriptionList"/>
    <dgm:cxn modelId="{C727D127-0528-4B1D-820E-038D9E7F4929}" type="presParOf" srcId="{A6E37855-D68A-44F4-8DF7-712DF3D865CC}" destId="{4E1D076B-D42F-43E4-B2C9-0E8C1899BF72}" srcOrd="1" destOrd="0" presId="urn:microsoft.com/office/officeart/2018/5/layout/CenteredIconLabelDescriptionList"/>
    <dgm:cxn modelId="{46EEFD9B-FE8D-46F7-9EA0-9CEFCEC2F1B8}" type="presParOf" srcId="{A6E37855-D68A-44F4-8DF7-712DF3D865CC}" destId="{6443432A-E4B8-4E57-9040-057AD7575C8D}" srcOrd="2" destOrd="0" presId="urn:microsoft.com/office/officeart/2018/5/layout/CenteredIconLabelDescriptionList"/>
    <dgm:cxn modelId="{8EE8F9E5-ECAC-46A4-8852-4D5322276E7B}" type="presParOf" srcId="{A6E37855-D68A-44F4-8DF7-712DF3D865CC}" destId="{17202611-632E-4B9D-B026-1BA0CBF6F384}" srcOrd="3" destOrd="0" presId="urn:microsoft.com/office/officeart/2018/5/layout/CenteredIconLabelDescriptionList"/>
    <dgm:cxn modelId="{ACD86B15-0720-4724-9DA4-FD3F9ED2DEDE}" type="presParOf" srcId="{A6E37855-D68A-44F4-8DF7-712DF3D865CC}" destId="{3B820BB1-3BD2-445D-97ED-71EA6F2C368C}" srcOrd="4" destOrd="0" presId="urn:microsoft.com/office/officeart/2018/5/layout/CenteredIconLabelDescriptionList"/>
    <dgm:cxn modelId="{D5DDDDBE-BA13-4406-AE93-DA1F60370E52}" type="presParOf" srcId="{19B89644-3B18-42C1-9CB7-3A6FFEA70BB9}" destId="{FB6C31B8-0534-4F5E-A7E9-249B9C945E53}" srcOrd="3" destOrd="0" presId="urn:microsoft.com/office/officeart/2018/5/layout/CenteredIconLabelDescriptionList"/>
    <dgm:cxn modelId="{04E74B2B-CD12-4AD4-9ED9-5689D4D57640}" type="presParOf" srcId="{19B89644-3B18-42C1-9CB7-3A6FFEA70BB9}" destId="{6567E901-B888-49E5-AA21-3E0729E2C8BA}" srcOrd="4" destOrd="0" presId="urn:microsoft.com/office/officeart/2018/5/layout/CenteredIconLabelDescriptionList"/>
    <dgm:cxn modelId="{02DC4A36-A5D5-42F2-A830-7AE0B4AF527B}" type="presParOf" srcId="{6567E901-B888-49E5-AA21-3E0729E2C8BA}" destId="{34CC4D94-37E6-437C-9709-925F6F1DD77F}" srcOrd="0" destOrd="0" presId="urn:microsoft.com/office/officeart/2018/5/layout/CenteredIconLabelDescriptionList"/>
    <dgm:cxn modelId="{A0390B76-CB46-4CEF-AFDB-73FC26AD3608}" type="presParOf" srcId="{6567E901-B888-49E5-AA21-3E0729E2C8BA}" destId="{E05219A8-8D9F-482F-9E69-6A6C8FEEA57D}" srcOrd="1" destOrd="0" presId="urn:microsoft.com/office/officeart/2018/5/layout/CenteredIconLabelDescriptionList"/>
    <dgm:cxn modelId="{DEA845D9-1C22-4DAA-83C1-C4812484CABE}" type="presParOf" srcId="{6567E901-B888-49E5-AA21-3E0729E2C8BA}" destId="{AB8C0D28-859E-424C-846A-376153DE8A6B}" srcOrd="2" destOrd="0" presId="urn:microsoft.com/office/officeart/2018/5/layout/CenteredIconLabelDescriptionList"/>
    <dgm:cxn modelId="{A3EFAE5E-D54B-4670-8522-093B9EF86917}" type="presParOf" srcId="{6567E901-B888-49E5-AA21-3E0729E2C8BA}" destId="{AFB5771C-372A-43D9-BE93-C9E29199ADDF}" srcOrd="3" destOrd="0" presId="urn:microsoft.com/office/officeart/2018/5/layout/CenteredIconLabelDescriptionList"/>
    <dgm:cxn modelId="{DBB069C1-33BD-49C5-B0F8-6EC785CE517C}" type="presParOf" srcId="{6567E901-B888-49E5-AA21-3E0729E2C8BA}" destId="{CB1F3E88-A81C-4EAD-927D-0F98BB74C4F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3052A6B-7EEA-4058-BB50-884997419F2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75446DE-7243-4D52-B2A0-3E88352A6BD5}">
      <dgm:prSet/>
      <dgm:spPr/>
      <dgm:t>
        <a:bodyPr/>
        <a:lstStyle/>
        <a:p>
          <a:r>
            <a:rPr lang="de-DE"/>
            <a:t>Kartografie ungenau</a:t>
          </a:r>
          <a:endParaRPr lang="en-US"/>
        </a:p>
      </dgm:t>
    </dgm:pt>
    <dgm:pt modelId="{BC38FE0F-0B5E-40EE-97ED-80FE297260AF}" type="parTrans" cxnId="{970D4806-34F5-430F-8F4D-2A1A8B3B6DE8}">
      <dgm:prSet/>
      <dgm:spPr/>
      <dgm:t>
        <a:bodyPr/>
        <a:lstStyle/>
        <a:p>
          <a:endParaRPr lang="en-US"/>
        </a:p>
      </dgm:t>
    </dgm:pt>
    <dgm:pt modelId="{AE06175D-EDDC-4A1D-87C5-59306B4CB9D9}" type="sibTrans" cxnId="{970D4806-34F5-430F-8F4D-2A1A8B3B6DE8}">
      <dgm:prSet/>
      <dgm:spPr/>
      <dgm:t>
        <a:bodyPr/>
        <a:lstStyle/>
        <a:p>
          <a:endParaRPr lang="en-US"/>
        </a:p>
      </dgm:t>
    </dgm:pt>
    <dgm:pt modelId="{D61F774E-AA5E-4E34-B24C-2F4AFE3E962B}">
      <dgm:prSet/>
      <dgm:spPr/>
      <dgm:t>
        <a:bodyPr/>
        <a:lstStyle/>
        <a:p>
          <a:r>
            <a:rPr lang="de-DE"/>
            <a:t>Problem: mBot fährt nicht gerade – Raster-Scanning scheiterte.</a:t>
          </a:r>
          <a:endParaRPr lang="en-US"/>
        </a:p>
      </dgm:t>
    </dgm:pt>
    <dgm:pt modelId="{34513DD0-84E9-4F0F-A101-74C39D407127}" type="parTrans" cxnId="{78139BC9-E29B-4112-A2BF-2E2595EB1AE0}">
      <dgm:prSet/>
      <dgm:spPr/>
      <dgm:t>
        <a:bodyPr/>
        <a:lstStyle/>
        <a:p>
          <a:endParaRPr lang="en-US"/>
        </a:p>
      </dgm:t>
    </dgm:pt>
    <dgm:pt modelId="{E3B9973A-A643-4197-9E4E-B13BD4649FF3}" type="sibTrans" cxnId="{78139BC9-E29B-4112-A2BF-2E2595EB1AE0}">
      <dgm:prSet/>
      <dgm:spPr/>
      <dgm:t>
        <a:bodyPr/>
        <a:lstStyle/>
        <a:p>
          <a:endParaRPr lang="en-US"/>
        </a:p>
      </dgm:t>
    </dgm:pt>
    <dgm:pt modelId="{B425139B-FCA8-4BC1-A8DD-195497390D67}">
      <dgm:prSet/>
      <dgm:spPr/>
      <dgm:t>
        <a:bodyPr/>
        <a:lstStyle/>
        <a:p>
          <a:r>
            <a:rPr lang="de-DE"/>
            <a:t>Lösung: Random-Search-Algorithmus mit Abstandsmessung &amp; Richtungsänderung → robuster gegenüber Fahrabweichungen.</a:t>
          </a:r>
          <a:endParaRPr lang="en-US"/>
        </a:p>
      </dgm:t>
    </dgm:pt>
    <dgm:pt modelId="{8FF309D0-E7D6-4A29-9388-014D1FA465B3}" type="parTrans" cxnId="{2B279407-F870-417A-B1E8-14E2DF9EBA84}">
      <dgm:prSet/>
      <dgm:spPr/>
      <dgm:t>
        <a:bodyPr/>
        <a:lstStyle/>
        <a:p>
          <a:endParaRPr lang="en-US"/>
        </a:p>
      </dgm:t>
    </dgm:pt>
    <dgm:pt modelId="{3D5FF1D1-E771-442D-A1D0-7763066E2FB5}" type="sibTrans" cxnId="{2B279407-F870-417A-B1E8-14E2DF9EBA84}">
      <dgm:prSet/>
      <dgm:spPr/>
      <dgm:t>
        <a:bodyPr/>
        <a:lstStyle/>
        <a:p>
          <a:endParaRPr lang="en-US"/>
        </a:p>
      </dgm:t>
    </dgm:pt>
    <dgm:pt modelId="{33466FF5-120E-40AB-BC57-B617DA474DA3}">
      <dgm:prSet/>
      <dgm:spPr/>
      <dgm:t>
        <a:bodyPr/>
        <a:lstStyle/>
        <a:p>
          <a:r>
            <a:rPr lang="de-DE"/>
            <a:t>Koordination mit Frontend</a:t>
          </a:r>
          <a:endParaRPr lang="en-US"/>
        </a:p>
      </dgm:t>
    </dgm:pt>
    <dgm:pt modelId="{D423792D-A1F1-4236-89C3-0D01C7590449}" type="parTrans" cxnId="{E8DB1B58-84F8-4D4D-A850-8645E2544EA0}">
      <dgm:prSet/>
      <dgm:spPr/>
      <dgm:t>
        <a:bodyPr/>
        <a:lstStyle/>
        <a:p>
          <a:endParaRPr lang="en-US"/>
        </a:p>
      </dgm:t>
    </dgm:pt>
    <dgm:pt modelId="{84E44CF2-6127-4B92-ADC3-1CBFB402C19D}" type="sibTrans" cxnId="{E8DB1B58-84F8-4D4D-A850-8645E2544EA0}">
      <dgm:prSet/>
      <dgm:spPr/>
      <dgm:t>
        <a:bodyPr/>
        <a:lstStyle/>
        <a:p>
          <a:endParaRPr lang="en-US"/>
        </a:p>
      </dgm:t>
    </dgm:pt>
    <dgm:pt modelId="{F13BAEB6-E692-4E8B-8537-FBB810765003}">
      <dgm:prSet/>
      <dgm:spPr/>
      <dgm:t>
        <a:bodyPr/>
        <a:lstStyle/>
        <a:p>
          <a:r>
            <a:rPr lang="de-DE"/>
            <a:t>Problem: Frontend und Backend waren anfangs nicht synchron → z.B. API nicht klar definiert.</a:t>
          </a:r>
          <a:endParaRPr lang="en-US"/>
        </a:p>
      </dgm:t>
    </dgm:pt>
    <dgm:pt modelId="{070D08E9-3583-4EAF-908A-BAEA3BC36541}" type="parTrans" cxnId="{1E8CD598-CF16-4340-A17C-328126FB38B7}">
      <dgm:prSet/>
      <dgm:spPr/>
      <dgm:t>
        <a:bodyPr/>
        <a:lstStyle/>
        <a:p>
          <a:endParaRPr lang="en-US"/>
        </a:p>
      </dgm:t>
    </dgm:pt>
    <dgm:pt modelId="{B6A2BCEB-9FAF-4A49-A83D-5478AAC1EFF3}" type="sibTrans" cxnId="{1E8CD598-CF16-4340-A17C-328126FB38B7}">
      <dgm:prSet/>
      <dgm:spPr/>
      <dgm:t>
        <a:bodyPr/>
        <a:lstStyle/>
        <a:p>
          <a:endParaRPr lang="en-US"/>
        </a:p>
      </dgm:t>
    </dgm:pt>
    <dgm:pt modelId="{885B3E53-A5E9-4A93-93F0-AB81C769E4B4}">
      <dgm:prSet/>
      <dgm:spPr/>
      <dgm:t>
        <a:bodyPr/>
        <a:lstStyle/>
        <a:p>
          <a:r>
            <a:rPr lang="de-DE"/>
            <a:t>Lösung: Häufigerer Austausch eingeführt, API-Dokumentation erstellt → bessere Zusammenarbeit ab Sprint 3.</a:t>
          </a:r>
          <a:endParaRPr lang="en-US"/>
        </a:p>
      </dgm:t>
    </dgm:pt>
    <dgm:pt modelId="{FA9F313E-FC7F-4D4A-978B-3CD03A486D6A}" type="parTrans" cxnId="{70F5B052-2326-4AE0-9F27-CA919FF9164A}">
      <dgm:prSet/>
      <dgm:spPr/>
      <dgm:t>
        <a:bodyPr/>
        <a:lstStyle/>
        <a:p>
          <a:endParaRPr lang="en-US"/>
        </a:p>
      </dgm:t>
    </dgm:pt>
    <dgm:pt modelId="{873ACF3E-C33A-4383-B016-947DDA0658E4}" type="sibTrans" cxnId="{70F5B052-2326-4AE0-9F27-CA919FF9164A}">
      <dgm:prSet/>
      <dgm:spPr/>
      <dgm:t>
        <a:bodyPr/>
        <a:lstStyle/>
        <a:p>
          <a:endParaRPr lang="en-US"/>
        </a:p>
      </dgm:t>
    </dgm:pt>
    <dgm:pt modelId="{EFE6A04F-8A21-4F87-BEFE-EFB785BEAEE9}">
      <dgm:prSet/>
      <dgm:spPr/>
      <dgm:t>
        <a:bodyPr/>
        <a:lstStyle/>
        <a:p>
          <a:r>
            <a:rPr lang="de-DE"/>
            <a:t>Sprint-Schätzung ungenau</a:t>
          </a:r>
          <a:endParaRPr lang="en-US"/>
        </a:p>
      </dgm:t>
    </dgm:pt>
    <dgm:pt modelId="{AC5CEBA7-F769-4872-945A-B1BF54891501}" type="parTrans" cxnId="{24412F7A-B000-4B33-9798-915599346419}">
      <dgm:prSet/>
      <dgm:spPr/>
      <dgm:t>
        <a:bodyPr/>
        <a:lstStyle/>
        <a:p>
          <a:endParaRPr lang="en-US"/>
        </a:p>
      </dgm:t>
    </dgm:pt>
    <dgm:pt modelId="{05DCFD5A-5E5E-405D-90AC-A1C174C6F126}" type="sibTrans" cxnId="{24412F7A-B000-4B33-9798-915599346419}">
      <dgm:prSet/>
      <dgm:spPr/>
      <dgm:t>
        <a:bodyPr/>
        <a:lstStyle/>
        <a:p>
          <a:endParaRPr lang="en-US"/>
        </a:p>
      </dgm:t>
    </dgm:pt>
    <dgm:pt modelId="{758ADD28-0FC1-4ADC-93DD-09812874E8A5}">
      <dgm:prSet/>
      <dgm:spPr/>
      <dgm:t>
        <a:bodyPr/>
        <a:lstStyle/>
        <a:p>
          <a:r>
            <a:rPr lang="de-DE"/>
            <a:t>Problem: Story Points oft unterschätzt, z. B. Kartografie-Logik.</a:t>
          </a:r>
          <a:endParaRPr lang="en-US"/>
        </a:p>
      </dgm:t>
    </dgm:pt>
    <dgm:pt modelId="{87718294-1606-4BB1-90C4-2FF32127DBE7}" type="parTrans" cxnId="{1E061CA9-F2AA-4EA9-851D-57E420DD4962}">
      <dgm:prSet/>
      <dgm:spPr/>
      <dgm:t>
        <a:bodyPr/>
        <a:lstStyle/>
        <a:p>
          <a:endParaRPr lang="en-US"/>
        </a:p>
      </dgm:t>
    </dgm:pt>
    <dgm:pt modelId="{2EAC786C-C835-4965-95B0-83F2631B7CF0}" type="sibTrans" cxnId="{1E061CA9-F2AA-4EA9-851D-57E420DD4962}">
      <dgm:prSet/>
      <dgm:spPr/>
      <dgm:t>
        <a:bodyPr/>
        <a:lstStyle/>
        <a:p>
          <a:endParaRPr lang="en-US"/>
        </a:p>
      </dgm:t>
    </dgm:pt>
    <dgm:pt modelId="{7C922E7D-323C-4602-9C84-A9E4B1BD66F8}">
      <dgm:prSet/>
      <dgm:spPr/>
      <dgm:t>
        <a:bodyPr/>
        <a:lstStyle/>
        <a:p>
          <a:r>
            <a:rPr lang="de-DE"/>
            <a:t>Lösung: In späteren Sprints realistischere Planung/ Einschätzung</a:t>
          </a:r>
          <a:endParaRPr lang="en-US"/>
        </a:p>
      </dgm:t>
    </dgm:pt>
    <dgm:pt modelId="{0028BB39-3269-4406-B144-798BBC7A8BF5}" type="parTrans" cxnId="{4073C6EE-3B41-4FFF-9B3C-71D57AB5656A}">
      <dgm:prSet/>
      <dgm:spPr/>
      <dgm:t>
        <a:bodyPr/>
        <a:lstStyle/>
        <a:p>
          <a:endParaRPr lang="en-US"/>
        </a:p>
      </dgm:t>
    </dgm:pt>
    <dgm:pt modelId="{09AA6D15-A918-423F-9402-60DA023D79BB}" type="sibTrans" cxnId="{4073C6EE-3B41-4FFF-9B3C-71D57AB5656A}">
      <dgm:prSet/>
      <dgm:spPr/>
      <dgm:t>
        <a:bodyPr/>
        <a:lstStyle/>
        <a:p>
          <a:endParaRPr lang="en-US"/>
        </a:p>
      </dgm:t>
    </dgm:pt>
    <dgm:pt modelId="{5D2B27BB-F4DA-4059-A96F-B41DDEB81018}" type="pres">
      <dgm:prSet presAssocID="{83052A6B-7EEA-4058-BB50-884997419F20}" presName="linear" presStyleCnt="0">
        <dgm:presLayoutVars>
          <dgm:dir/>
          <dgm:animLvl val="lvl"/>
          <dgm:resizeHandles val="exact"/>
        </dgm:presLayoutVars>
      </dgm:prSet>
      <dgm:spPr/>
    </dgm:pt>
    <dgm:pt modelId="{62A6AF40-185E-48CE-AE85-E639C991554A}" type="pres">
      <dgm:prSet presAssocID="{A75446DE-7243-4D52-B2A0-3E88352A6BD5}" presName="parentLin" presStyleCnt="0"/>
      <dgm:spPr/>
    </dgm:pt>
    <dgm:pt modelId="{F40EBC7F-4E97-443C-8BE1-C2E78D78EB0C}" type="pres">
      <dgm:prSet presAssocID="{A75446DE-7243-4D52-B2A0-3E88352A6BD5}" presName="parentLeftMargin" presStyleLbl="node1" presStyleIdx="0" presStyleCnt="3"/>
      <dgm:spPr/>
    </dgm:pt>
    <dgm:pt modelId="{06A0F9D4-E27D-488C-89A3-E7B27B36305B}" type="pres">
      <dgm:prSet presAssocID="{A75446DE-7243-4D52-B2A0-3E88352A6BD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DB08D03-A7E0-4456-BE98-C06159C04930}" type="pres">
      <dgm:prSet presAssocID="{A75446DE-7243-4D52-B2A0-3E88352A6BD5}" presName="negativeSpace" presStyleCnt="0"/>
      <dgm:spPr/>
    </dgm:pt>
    <dgm:pt modelId="{8504EC8C-6327-4297-B178-2EB570030FC0}" type="pres">
      <dgm:prSet presAssocID="{A75446DE-7243-4D52-B2A0-3E88352A6BD5}" presName="childText" presStyleLbl="conFgAcc1" presStyleIdx="0" presStyleCnt="3">
        <dgm:presLayoutVars>
          <dgm:bulletEnabled val="1"/>
        </dgm:presLayoutVars>
      </dgm:prSet>
      <dgm:spPr/>
    </dgm:pt>
    <dgm:pt modelId="{9870520D-B981-41E9-8425-181D82EFB8DE}" type="pres">
      <dgm:prSet presAssocID="{AE06175D-EDDC-4A1D-87C5-59306B4CB9D9}" presName="spaceBetweenRectangles" presStyleCnt="0"/>
      <dgm:spPr/>
    </dgm:pt>
    <dgm:pt modelId="{FE7EE234-44A4-4588-80C4-C40EC646ECB4}" type="pres">
      <dgm:prSet presAssocID="{33466FF5-120E-40AB-BC57-B617DA474DA3}" presName="parentLin" presStyleCnt="0"/>
      <dgm:spPr/>
    </dgm:pt>
    <dgm:pt modelId="{AAF31041-41DC-4376-8C28-A778961A0060}" type="pres">
      <dgm:prSet presAssocID="{33466FF5-120E-40AB-BC57-B617DA474DA3}" presName="parentLeftMargin" presStyleLbl="node1" presStyleIdx="0" presStyleCnt="3"/>
      <dgm:spPr/>
    </dgm:pt>
    <dgm:pt modelId="{6379C077-1736-4681-88EE-6CEA2BF553DA}" type="pres">
      <dgm:prSet presAssocID="{33466FF5-120E-40AB-BC57-B617DA474DA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1944CDC-B193-457C-8F9E-A8B0B8ABDB62}" type="pres">
      <dgm:prSet presAssocID="{33466FF5-120E-40AB-BC57-B617DA474DA3}" presName="negativeSpace" presStyleCnt="0"/>
      <dgm:spPr/>
    </dgm:pt>
    <dgm:pt modelId="{3D5DD6F5-3D5A-4030-93CE-54C47C26678B}" type="pres">
      <dgm:prSet presAssocID="{33466FF5-120E-40AB-BC57-B617DA474DA3}" presName="childText" presStyleLbl="conFgAcc1" presStyleIdx="1" presStyleCnt="3" custLinFactNeighborY="-50552">
        <dgm:presLayoutVars>
          <dgm:bulletEnabled val="1"/>
        </dgm:presLayoutVars>
      </dgm:prSet>
      <dgm:spPr/>
    </dgm:pt>
    <dgm:pt modelId="{E426EFB5-B5DC-4789-A211-71FC3E1CE2CB}" type="pres">
      <dgm:prSet presAssocID="{84E44CF2-6127-4B92-ADC3-1CBFB402C19D}" presName="spaceBetweenRectangles" presStyleCnt="0"/>
      <dgm:spPr/>
    </dgm:pt>
    <dgm:pt modelId="{B9A8A21F-897A-467C-A0DB-86F8EDF6D591}" type="pres">
      <dgm:prSet presAssocID="{EFE6A04F-8A21-4F87-BEFE-EFB785BEAEE9}" presName="parentLin" presStyleCnt="0"/>
      <dgm:spPr/>
    </dgm:pt>
    <dgm:pt modelId="{E7F968E6-85D9-4805-AB0B-3EAAB9CBFB9C}" type="pres">
      <dgm:prSet presAssocID="{EFE6A04F-8A21-4F87-BEFE-EFB785BEAEE9}" presName="parentLeftMargin" presStyleLbl="node1" presStyleIdx="1" presStyleCnt="3"/>
      <dgm:spPr/>
    </dgm:pt>
    <dgm:pt modelId="{9A5C9B39-5438-4701-B4E4-5D4277371239}" type="pres">
      <dgm:prSet presAssocID="{EFE6A04F-8A21-4F87-BEFE-EFB785BEAEE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468F86A-4D73-452D-A848-2ADD92002E90}" type="pres">
      <dgm:prSet presAssocID="{EFE6A04F-8A21-4F87-BEFE-EFB785BEAEE9}" presName="negativeSpace" presStyleCnt="0"/>
      <dgm:spPr/>
    </dgm:pt>
    <dgm:pt modelId="{54C7DCA1-18EB-4DC9-89D2-F118800CA606}" type="pres">
      <dgm:prSet presAssocID="{EFE6A04F-8A21-4F87-BEFE-EFB785BEAEE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70D4806-34F5-430F-8F4D-2A1A8B3B6DE8}" srcId="{83052A6B-7EEA-4058-BB50-884997419F20}" destId="{A75446DE-7243-4D52-B2A0-3E88352A6BD5}" srcOrd="0" destOrd="0" parTransId="{BC38FE0F-0B5E-40EE-97ED-80FE297260AF}" sibTransId="{AE06175D-EDDC-4A1D-87C5-59306B4CB9D9}"/>
    <dgm:cxn modelId="{2B279407-F870-417A-B1E8-14E2DF9EBA84}" srcId="{A75446DE-7243-4D52-B2A0-3E88352A6BD5}" destId="{B425139B-FCA8-4BC1-A8DD-195497390D67}" srcOrd="1" destOrd="0" parTransId="{8FF309D0-E7D6-4A29-9388-014D1FA465B3}" sibTransId="{3D5FF1D1-E771-442D-A1D0-7763066E2FB5}"/>
    <dgm:cxn modelId="{B5B23D1D-21EE-4C3C-8EA9-5A831FD1A15D}" type="presOf" srcId="{A75446DE-7243-4D52-B2A0-3E88352A6BD5}" destId="{F40EBC7F-4E97-443C-8BE1-C2E78D78EB0C}" srcOrd="0" destOrd="0" presId="urn:microsoft.com/office/officeart/2005/8/layout/list1"/>
    <dgm:cxn modelId="{D429301E-5EAB-47CE-841D-0D3FF7A529F6}" type="presOf" srcId="{D61F774E-AA5E-4E34-B24C-2F4AFE3E962B}" destId="{8504EC8C-6327-4297-B178-2EB570030FC0}" srcOrd="0" destOrd="0" presId="urn:microsoft.com/office/officeart/2005/8/layout/list1"/>
    <dgm:cxn modelId="{8B622A24-7203-42E5-BCCF-B77EA72094C6}" type="presOf" srcId="{83052A6B-7EEA-4058-BB50-884997419F20}" destId="{5D2B27BB-F4DA-4059-A96F-B41DDEB81018}" srcOrd="0" destOrd="0" presId="urn:microsoft.com/office/officeart/2005/8/layout/list1"/>
    <dgm:cxn modelId="{447C3A45-6ECA-486F-BB9B-64A9432CAA4B}" type="presOf" srcId="{885B3E53-A5E9-4A93-93F0-AB81C769E4B4}" destId="{3D5DD6F5-3D5A-4030-93CE-54C47C26678B}" srcOrd="0" destOrd="1" presId="urn:microsoft.com/office/officeart/2005/8/layout/list1"/>
    <dgm:cxn modelId="{6BA54D45-FD9F-476F-B718-2D301C063FA7}" type="presOf" srcId="{B425139B-FCA8-4BC1-A8DD-195497390D67}" destId="{8504EC8C-6327-4297-B178-2EB570030FC0}" srcOrd="0" destOrd="1" presId="urn:microsoft.com/office/officeart/2005/8/layout/list1"/>
    <dgm:cxn modelId="{4DC9EF47-1EBE-420C-BD3C-74D1159EF29C}" type="presOf" srcId="{EFE6A04F-8A21-4F87-BEFE-EFB785BEAEE9}" destId="{9A5C9B39-5438-4701-B4E4-5D4277371239}" srcOrd="1" destOrd="0" presId="urn:microsoft.com/office/officeart/2005/8/layout/list1"/>
    <dgm:cxn modelId="{70F5B052-2326-4AE0-9F27-CA919FF9164A}" srcId="{33466FF5-120E-40AB-BC57-B617DA474DA3}" destId="{885B3E53-A5E9-4A93-93F0-AB81C769E4B4}" srcOrd="1" destOrd="0" parTransId="{FA9F313E-FC7F-4D4A-978B-3CD03A486D6A}" sibTransId="{873ACF3E-C33A-4383-B016-947DDA0658E4}"/>
    <dgm:cxn modelId="{E8DB1B58-84F8-4D4D-A850-8645E2544EA0}" srcId="{83052A6B-7EEA-4058-BB50-884997419F20}" destId="{33466FF5-120E-40AB-BC57-B617DA474DA3}" srcOrd="1" destOrd="0" parTransId="{D423792D-A1F1-4236-89C3-0D01C7590449}" sibTransId="{84E44CF2-6127-4B92-ADC3-1CBFB402C19D}"/>
    <dgm:cxn modelId="{24412F7A-B000-4B33-9798-915599346419}" srcId="{83052A6B-7EEA-4058-BB50-884997419F20}" destId="{EFE6A04F-8A21-4F87-BEFE-EFB785BEAEE9}" srcOrd="2" destOrd="0" parTransId="{AC5CEBA7-F769-4872-945A-B1BF54891501}" sibTransId="{05DCFD5A-5E5E-405D-90AC-A1C174C6F126}"/>
    <dgm:cxn modelId="{1E8CD598-CF16-4340-A17C-328126FB38B7}" srcId="{33466FF5-120E-40AB-BC57-B617DA474DA3}" destId="{F13BAEB6-E692-4E8B-8537-FBB810765003}" srcOrd="0" destOrd="0" parTransId="{070D08E9-3583-4EAF-908A-BAEA3BC36541}" sibTransId="{B6A2BCEB-9FAF-4A49-A83D-5478AAC1EFF3}"/>
    <dgm:cxn modelId="{51AB51A2-3DAD-40DF-BB6B-71B7B98E22F3}" type="presOf" srcId="{EFE6A04F-8A21-4F87-BEFE-EFB785BEAEE9}" destId="{E7F968E6-85D9-4805-AB0B-3EAAB9CBFB9C}" srcOrd="0" destOrd="0" presId="urn:microsoft.com/office/officeart/2005/8/layout/list1"/>
    <dgm:cxn modelId="{87F322A6-0838-4DDB-BFFE-9BB42C22E9DC}" type="presOf" srcId="{758ADD28-0FC1-4ADC-93DD-09812874E8A5}" destId="{54C7DCA1-18EB-4DC9-89D2-F118800CA606}" srcOrd="0" destOrd="0" presId="urn:microsoft.com/office/officeart/2005/8/layout/list1"/>
    <dgm:cxn modelId="{1E061CA9-F2AA-4EA9-851D-57E420DD4962}" srcId="{EFE6A04F-8A21-4F87-BEFE-EFB785BEAEE9}" destId="{758ADD28-0FC1-4ADC-93DD-09812874E8A5}" srcOrd="0" destOrd="0" parTransId="{87718294-1606-4BB1-90C4-2FF32127DBE7}" sibTransId="{2EAC786C-C835-4965-95B0-83F2631B7CF0}"/>
    <dgm:cxn modelId="{CC8DD3B3-DE34-4FFE-9D37-46B1FBD2315D}" type="presOf" srcId="{7C922E7D-323C-4602-9C84-A9E4B1BD66F8}" destId="{54C7DCA1-18EB-4DC9-89D2-F118800CA606}" srcOrd="0" destOrd="1" presId="urn:microsoft.com/office/officeart/2005/8/layout/list1"/>
    <dgm:cxn modelId="{78139BC9-E29B-4112-A2BF-2E2595EB1AE0}" srcId="{A75446DE-7243-4D52-B2A0-3E88352A6BD5}" destId="{D61F774E-AA5E-4E34-B24C-2F4AFE3E962B}" srcOrd="0" destOrd="0" parTransId="{34513DD0-84E9-4F0F-A101-74C39D407127}" sibTransId="{E3B9973A-A643-4197-9E4E-B13BD4649FF3}"/>
    <dgm:cxn modelId="{615501D2-7A27-4766-80A6-B18B25BCCFBA}" type="presOf" srcId="{33466FF5-120E-40AB-BC57-B617DA474DA3}" destId="{AAF31041-41DC-4376-8C28-A778961A0060}" srcOrd="0" destOrd="0" presId="urn:microsoft.com/office/officeart/2005/8/layout/list1"/>
    <dgm:cxn modelId="{ACF890E7-FEE0-4A45-86E0-F865ECBAA22B}" type="presOf" srcId="{F13BAEB6-E692-4E8B-8537-FBB810765003}" destId="{3D5DD6F5-3D5A-4030-93CE-54C47C26678B}" srcOrd="0" destOrd="0" presId="urn:microsoft.com/office/officeart/2005/8/layout/list1"/>
    <dgm:cxn modelId="{4073C6EE-3B41-4FFF-9B3C-71D57AB5656A}" srcId="{EFE6A04F-8A21-4F87-BEFE-EFB785BEAEE9}" destId="{7C922E7D-323C-4602-9C84-A9E4B1BD66F8}" srcOrd="1" destOrd="0" parTransId="{0028BB39-3269-4406-B144-798BBC7A8BF5}" sibTransId="{09AA6D15-A918-423F-9402-60DA023D79BB}"/>
    <dgm:cxn modelId="{AE6FFEF0-B843-4C2E-8914-44333C20F5C1}" type="presOf" srcId="{33466FF5-120E-40AB-BC57-B617DA474DA3}" destId="{6379C077-1736-4681-88EE-6CEA2BF553DA}" srcOrd="1" destOrd="0" presId="urn:microsoft.com/office/officeart/2005/8/layout/list1"/>
    <dgm:cxn modelId="{721282F5-4EC2-44E3-B360-507892DD4873}" type="presOf" srcId="{A75446DE-7243-4D52-B2A0-3E88352A6BD5}" destId="{06A0F9D4-E27D-488C-89A3-E7B27B36305B}" srcOrd="1" destOrd="0" presId="urn:microsoft.com/office/officeart/2005/8/layout/list1"/>
    <dgm:cxn modelId="{8DC30B84-4A16-48F5-AAD0-BEFE984FBE2D}" type="presParOf" srcId="{5D2B27BB-F4DA-4059-A96F-B41DDEB81018}" destId="{62A6AF40-185E-48CE-AE85-E639C991554A}" srcOrd="0" destOrd="0" presId="urn:microsoft.com/office/officeart/2005/8/layout/list1"/>
    <dgm:cxn modelId="{2AF6F370-CE33-4A50-B6B4-A1E01C7D9460}" type="presParOf" srcId="{62A6AF40-185E-48CE-AE85-E639C991554A}" destId="{F40EBC7F-4E97-443C-8BE1-C2E78D78EB0C}" srcOrd="0" destOrd="0" presId="urn:microsoft.com/office/officeart/2005/8/layout/list1"/>
    <dgm:cxn modelId="{1A241CC8-2031-4472-9818-C6523136750D}" type="presParOf" srcId="{62A6AF40-185E-48CE-AE85-E639C991554A}" destId="{06A0F9D4-E27D-488C-89A3-E7B27B36305B}" srcOrd="1" destOrd="0" presId="urn:microsoft.com/office/officeart/2005/8/layout/list1"/>
    <dgm:cxn modelId="{953D49A8-8522-4E5C-AFB8-478B54EBFA23}" type="presParOf" srcId="{5D2B27BB-F4DA-4059-A96F-B41DDEB81018}" destId="{FDB08D03-A7E0-4456-BE98-C06159C04930}" srcOrd="1" destOrd="0" presId="urn:microsoft.com/office/officeart/2005/8/layout/list1"/>
    <dgm:cxn modelId="{CBF3D4C6-D283-454D-B282-ACA94FA47689}" type="presParOf" srcId="{5D2B27BB-F4DA-4059-A96F-B41DDEB81018}" destId="{8504EC8C-6327-4297-B178-2EB570030FC0}" srcOrd="2" destOrd="0" presId="urn:microsoft.com/office/officeart/2005/8/layout/list1"/>
    <dgm:cxn modelId="{1C5DBD6A-BBF0-40EC-8E88-25ADC56D3797}" type="presParOf" srcId="{5D2B27BB-F4DA-4059-A96F-B41DDEB81018}" destId="{9870520D-B981-41E9-8425-181D82EFB8DE}" srcOrd="3" destOrd="0" presId="urn:microsoft.com/office/officeart/2005/8/layout/list1"/>
    <dgm:cxn modelId="{8607CEEE-9793-430C-9C97-38CFFAA00929}" type="presParOf" srcId="{5D2B27BB-F4DA-4059-A96F-B41DDEB81018}" destId="{FE7EE234-44A4-4588-80C4-C40EC646ECB4}" srcOrd="4" destOrd="0" presId="urn:microsoft.com/office/officeart/2005/8/layout/list1"/>
    <dgm:cxn modelId="{62278605-2F73-4881-BBFB-6C3A8B778139}" type="presParOf" srcId="{FE7EE234-44A4-4588-80C4-C40EC646ECB4}" destId="{AAF31041-41DC-4376-8C28-A778961A0060}" srcOrd="0" destOrd="0" presId="urn:microsoft.com/office/officeart/2005/8/layout/list1"/>
    <dgm:cxn modelId="{7A9BB9CD-DE23-4E8F-BAF6-E495E328CB16}" type="presParOf" srcId="{FE7EE234-44A4-4588-80C4-C40EC646ECB4}" destId="{6379C077-1736-4681-88EE-6CEA2BF553DA}" srcOrd="1" destOrd="0" presId="urn:microsoft.com/office/officeart/2005/8/layout/list1"/>
    <dgm:cxn modelId="{AB400A4D-5045-42BC-B68E-57E2F45C901C}" type="presParOf" srcId="{5D2B27BB-F4DA-4059-A96F-B41DDEB81018}" destId="{71944CDC-B193-457C-8F9E-A8B0B8ABDB62}" srcOrd="5" destOrd="0" presId="urn:microsoft.com/office/officeart/2005/8/layout/list1"/>
    <dgm:cxn modelId="{F946BC62-7587-47A2-9DB9-D29521F248D2}" type="presParOf" srcId="{5D2B27BB-F4DA-4059-A96F-B41DDEB81018}" destId="{3D5DD6F5-3D5A-4030-93CE-54C47C26678B}" srcOrd="6" destOrd="0" presId="urn:microsoft.com/office/officeart/2005/8/layout/list1"/>
    <dgm:cxn modelId="{E7D43736-01C7-4440-B6AE-27DD282BED33}" type="presParOf" srcId="{5D2B27BB-F4DA-4059-A96F-B41DDEB81018}" destId="{E426EFB5-B5DC-4789-A211-71FC3E1CE2CB}" srcOrd="7" destOrd="0" presId="urn:microsoft.com/office/officeart/2005/8/layout/list1"/>
    <dgm:cxn modelId="{4A8FA78D-94AF-45A8-ADA7-EBC55F48C4FB}" type="presParOf" srcId="{5D2B27BB-F4DA-4059-A96F-B41DDEB81018}" destId="{B9A8A21F-897A-467C-A0DB-86F8EDF6D591}" srcOrd="8" destOrd="0" presId="urn:microsoft.com/office/officeart/2005/8/layout/list1"/>
    <dgm:cxn modelId="{6D03C1B7-A70F-443D-913E-FF5BA26C3C8C}" type="presParOf" srcId="{B9A8A21F-897A-467C-A0DB-86F8EDF6D591}" destId="{E7F968E6-85D9-4805-AB0B-3EAAB9CBFB9C}" srcOrd="0" destOrd="0" presId="urn:microsoft.com/office/officeart/2005/8/layout/list1"/>
    <dgm:cxn modelId="{7937D3AC-A713-4EBE-8A42-EEEBAF0808AD}" type="presParOf" srcId="{B9A8A21F-897A-467C-A0DB-86F8EDF6D591}" destId="{9A5C9B39-5438-4701-B4E4-5D4277371239}" srcOrd="1" destOrd="0" presId="urn:microsoft.com/office/officeart/2005/8/layout/list1"/>
    <dgm:cxn modelId="{13F0A185-11BA-41E6-8117-1D54702ADA61}" type="presParOf" srcId="{5D2B27BB-F4DA-4059-A96F-B41DDEB81018}" destId="{4468F86A-4D73-452D-A848-2ADD92002E90}" srcOrd="9" destOrd="0" presId="urn:microsoft.com/office/officeart/2005/8/layout/list1"/>
    <dgm:cxn modelId="{D1E578D1-76E0-4514-8D52-60AFA21EBB96}" type="presParOf" srcId="{5D2B27BB-F4DA-4059-A96F-B41DDEB81018}" destId="{54C7DCA1-18EB-4DC9-89D2-F118800CA60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AF1F824-2787-467F-A799-3E1FCCFB8B39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73556FF-0D83-418A-9790-2CCF1ED3D38D}">
      <dgm:prSet custT="1"/>
      <dgm:spPr/>
      <dgm:t>
        <a:bodyPr/>
        <a:lstStyle/>
        <a:p>
          <a:r>
            <a:rPr lang="de-AT" sz="2000"/>
            <a:t>Starke Teamkommunikation – offen, lösungsorientiert, zuverlässig</a:t>
          </a:r>
          <a:endParaRPr lang="en-US" sz="2000"/>
        </a:p>
      </dgm:t>
    </dgm:pt>
    <dgm:pt modelId="{0677EDC4-5738-4158-90F5-80BC1F1E4BC7}" type="parTrans" cxnId="{87060A45-7727-4595-95E6-2356057F1DBE}">
      <dgm:prSet/>
      <dgm:spPr/>
      <dgm:t>
        <a:bodyPr/>
        <a:lstStyle/>
        <a:p>
          <a:endParaRPr lang="en-US" sz="2800"/>
        </a:p>
      </dgm:t>
    </dgm:pt>
    <dgm:pt modelId="{12B5ABC8-A941-401A-9A17-A67464C6D342}" type="sibTrans" cxnId="{87060A45-7727-4595-95E6-2356057F1DBE}">
      <dgm:prSet/>
      <dgm:spPr/>
      <dgm:t>
        <a:bodyPr/>
        <a:lstStyle/>
        <a:p>
          <a:endParaRPr lang="en-US" sz="2800"/>
        </a:p>
      </dgm:t>
    </dgm:pt>
    <dgm:pt modelId="{184F7381-386B-43EE-A944-065B292C2E6E}">
      <dgm:prSet custT="1"/>
      <dgm:spPr/>
      <dgm:t>
        <a:bodyPr/>
        <a:lstStyle/>
        <a:p>
          <a:r>
            <a:rPr lang="de-AT" sz="2000"/>
            <a:t>NestJS-API lief stabil, MongoDB-Anbindung problemlos</a:t>
          </a:r>
          <a:endParaRPr lang="en-US" sz="2000"/>
        </a:p>
      </dgm:t>
    </dgm:pt>
    <dgm:pt modelId="{B0BB404C-27F1-4AF9-BF74-B1A69925DA61}" type="parTrans" cxnId="{971875B9-FD6A-48BC-B7D1-45BB157ED8BC}">
      <dgm:prSet/>
      <dgm:spPr/>
      <dgm:t>
        <a:bodyPr/>
        <a:lstStyle/>
        <a:p>
          <a:endParaRPr lang="en-US" sz="2800"/>
        </a:p>
      </dgm:t>
    </dgm:pt>
    <dgm:pt modelId="{FA0D84BC-A4AC-47C0-B1E1-5F121F707192}" type="sibTrans" cxnId="{971875B9-FD6A-48BC-B7D1-45BB157ED8BC}">
      <dgm:prSet/>
      <dgm:spPr/>
      <dgm:t>
        <a:bodyPr/>
        <a:lstStyle/>
        <a:p>
          <a:endParaRPr lang="en-US" sz="2800"/>
        </a:p>
      </dgm:t>
    </dgm:pt>
    <dgm:pt modelId="{79005EB9-1060-41D6-A180-69E075A941BD}">
      <dgm:prSet custT="1"/>
      <dgm:spPr/>
      <dgm:t>
        <a:bodyPr/>
        <a:lstStyle/>
        <a:p>
          <a:r>
            <a:rPr lang="de-AT" sz="2000"/>
            <a:t>Fahrten aufzeichnen &amp; wiederholen funktionierte sehr gut</a:t>
          </a:r>
          <a:endParaRPr lang="en-US" sz="2000"/>
        </a:p>
      </dgm:t>
    </dgm:pt>
    <dgm:pt modelId="{CAFAA439-E813-41EE-88EB-5FAEE06A1B64}" type="parTrans" cxnId="{9F39227B-7DDE-4C80-BB3F-22A18B4021B9}">
      <dgm:prSet/>
      <dgm:spPr/>
      <dgm:t>
        <a:bodyPr/>
        <a:lstStyle/>
        <a:p>
          <a:endParaRPr lang="en-US" sz="2800"/>
        </a:p>
      </dgm:t>
    </dgm:pt>
    <dgm:pt modelId="{D3DD7FF1-FA47-4B79-9937-9FBDC254A365}" type="sibTrans" cxnId="{9F39227B-7DDE-4C80-BB3F-22A18B4021B9}">
      <dgm:prSet/>
      <dgm:spPr/>
      <dgm:t>
        <a:bodyPr/>
        <a:lstStyle/>
        <a:p>
          <a:endParaRPr lang="en-US" sz="2800"/>
        </a:p>
      </dgm:t>
    </dgm:pt>
    <dgm:pt modelId="{E1455E13-2445-4445-93A1-055E22272D39}">
      <dgm:prSet custT="1"/>
      <dgm:spPr/>
      <dgm:t>
        <a:bodyPr/>
        <a:lstStyle/>
        <a:p>
          <a:r>
            <a:rPr lang="de-AT" sz="2000"/>
            <a:t>Scrum sorgte für klare Struktur &amp; planbare Sprints</a:t>
          </a:r>
          <a:endParaRPr lang="en-US" sz="2000"/>
        </a:p>
      </dgm:t>
    </dgm:pt>
    <dgm:pt modelId="{9C5691CE-B8A3-4F9A-BA9E-BA9AF6C3FE2A}" type="parTrans" cxnId="{429DFAD9-0FC6-4020-88F0-912B8A8DECFE}">
      <dgm:prSet/>
      <dgm:spPr/>
      <dgm:t>
        <a:bodyPr/>
        <a:lstStyle/>
        <a:p>
          <a:endParaRPr lang="en-US" sz="2800"/>
        </a:p>
      </dgm:t>
    </dgm:pt>
    <dgm:pt modelId="{20F8911F-F189-4E95-A5E3-CC47D9893F5C}" type="sibTrans" cxnId="{429DFAD9-0FC6-4020-88F0-912B8A8DECFE}">
      <dgm:prSet/>
      <dgm:spPr/>
      <dgm:t>
        <a:bodyPr/>
        <a:lstStyle/>
        <a:p>
          <a:endParaRPr lang="en-US" sz="2800"/>
        </a:p>
      </dgm:t>
    </dgm:pt>
    <dgm:pt modelId="{54C1A275-2061-4C08-B340-FB0F15C58334}" type="pres">
      <dgm:prSet presAssocID="{1AF1F824-2787-467F-A799-3E1FCCFB8B39}" presName="matrix" presStyleCnt="0">
        <dgm:presLayoutVars>
          <dgm:chMax val="1"/>
          <dgm:dir/>
          <dgm:resizeHandles val="exact"/>
        </dgm:presLayoutVars>
      </dgm:prSet>
      <dgm:spPr/>
    </dgm:pt>
    <dgm:pt modelId="{003C4670-D073-447A-B5AE-096E7B58FFB1}" type="pres">
      <dgm:prSet presAssocID="{1AF1F824-2787-467F-A799-3E1FCCFB8B39}" presName="diamond" presStyleLbl="bgShp" presStyleIdx="0" presStyleCnt="1"/>
      <dgm:spPr/>
    </dgm:pt>
    <dgm:pt modelId="{5F6901C7-6A0C-48EC-95E9-2E9728F6D7A9}" type="pres">
      <dgm:prSet presAssocID="{1AF1F824-2787-467F-A799-3E1FCCFB8B3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D0360F2-47AA-4129-A6BD-1ADBE97D2A9F}" type="pres">
      <dgm:prSet presAssocID="{1AF1F824-2787-467F-A799-3E1FCCFB8B3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B28FB14-17B9-46C8-AF66-5A117AD36AE0}" type="pres">
      <dgm:prSet presAssocID="{1AF1F824-2787-467F-A799-3E1FCCFB8B3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B7FF648-9BA7-4EAC-8A78-D80CBAD1522D}" type="pres">
      <dgm:prSet presAssocID="{1AF1F824-2787-467F-A799-3E1FCCFB8B3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F9A4F07-4287-4240-8FFF-50A710AFF818}" type="presOf" srcId="{773556FF-0D83-418A-9790-2CCF1ED3D38D}" destId="{5F6901C7-6A0C-48EC-95E9-2E9728F6D7A9}" srcOrd="0" destOrd="0" presId="urn:microsoft.com/office/officeart/2005/8/layout/matrix3"/>
    <dgm:cxn modelId="{4E6BEE0A-7BB4-4FC3-B525-A66B35689530}" type="presOf" srcId="{E1455E13-2445-4445-93A1-055E22272D39}" destId="{3B7FF648-9BA7-4EAC-8A78-D80CBAD1522D}" srcOrd="0" destOrd="0" presId="urn:microsoft.com/office/officeart/2005/8/layout/matrix3"/>
    <dgm:cxn modelId="{1FBAE22D-FD8D-4DDC-BF31-645E72349E9A}" type="presOf" srcId="{1AF1F824-2787-467F-A799-3E1FCCFB8B39}" destId="{54C1A275-2061-4C08-B340-FB0F15C58334}" srcOrd="0" destOrd="0" presId="urn:microsoft.com/office/officeart/2005/8/layout/matrix3"/>
    <dgm:cxn modelId="{87060A45-7727-4595-95E6-2356057F1DBE}" srcId="{1AF1F824-2787-467F-A799-3E1FCCFB8B39}" destId="{773556FF-0D83-418A-9790-2CCF1ED3D38D}" srcOrd="0" destOrd="0" parTransId="{0677EDC4-5738-4158-90F5-80BC1F1E4BC7}" sibTransId="{12B5ABC8-A941-401A-9A17-A67464C6D342}"/>
    <dgm:cxn modelId="{B4BBE26B-D854-42A2-83B7-E67163BEF728}" type="presOf" srcId="{79005EB9-1060-41D6-A180-69E075A941BD}" destId="{0B28FB14-17B9-46C8-AF66-5A117AD36AE0}" srcOrd="0" destOrd="0" presId="urn:microsoft.com/office/officeart/2005/8/layout/matrix3"/>
    <dgm:cxn modelId="{9F39227B-7DDE-4C80-BB3F-22A18B4021B9}" srcId="{1AF1F824-2787-467F-A799-3E1FCCFB8B39}" destId="{79005EB9-1060-41D6-A180-69E075A941BD}" srcOrd="2" destOrd="0" parTransId="{CAFAA439-E813-41EE-88EB-5FAEE06A1B64}" sibTransId="{D3DD7FF1-FA47-4B79-9937-9FBDC254A365}"/>
    <dgm:cxn modelId="{D4ACD283-5B19-470C-8CB5-52FE76A6A629}" type="presOf" srcId="{184F7381-386B-43EE-A944-065B292C2E6E}" destId="{5D0360F2-47AA-4129-A6BD-1ADBE97D2A9F}" srcOrd="0" destOrd="0" presId="urn:microsoft.com/office/officeart/2005/8/layout/matrix3"/>
    <dgm:cxn modelId="{971875B9-FD6A-48BC-B7D1-45BB157ED8BC}" srcId="{1AF1F824-2787-467F-A799-3E1FCCFB8B39}" destId="{184F7381-386B-43EE-A944-065B292C2E6E}" srcOrd="1" destOrd="0" parTransId="{B0BB404C-27F1-4AF9-BF74-B1A69925DA61}" sibTransId="{FA0D84BC-A4AC-47C0-B1E1-5F121F707192}"/>
    <dgm:cxn modelId="{429DFAD9-0FC6-4020-88F0-912B8A8DECFE}" srcId="{1AF1F824-2787-467F-A799-3E1FCCFB8B39}" destId="{E1455E13-2445-4445-93A1-055E22272D39}" srcOrd="3" destOrd="0" parTransId="{9C5691CE-B8A3-4F9A-BA9E-BA9AF6C3FE2A}" sibTransId="{20F8911F-F189-4E95-A5E3-CC47D9893F5C}"/>
    <dgm:cxn modelId="{C8D39146-1590-401A-AEC9-31E863F461C4}" type="presParOf" srcId="{54C1A275-2061-4C08-B340-FB0F15C58334}" destId="{003C4670-D073-447A-B5AE-096E7B58FFB1}" srcOrd="0" destOrd="0" presId="urn:microsoft.com/office/officeart/2005/8/layout/matrix3"/>
    <dgm:cxn modelId="{CFB1813A-FC26-4F1F-92BA-5792C7EC69EF}" type="presParOf" srcId="{54C1A275-2061-4C08-B340-FB0F15C58334}" destId="{5F6901C7-6A0C-48EC-95E9-2E9728F6D7A9}" srcOrd="1" destOrd="0" presId="urn:microsoft.com/office/officeart/2005/8/layout/matrix3"/>
    <dgm:cxn modelId="{B4222F41-287A-4571-B3FD-91820AD44AA5}" type="presParOf" srcId="{54C1A275-2061-4C08-B340-FB0F15C58334}" destId="{5D0360F2-47AA-4129-A6BD-1ADBE97D2A9F}" srcOrd="2" destOrd="0" presId="urn:microsoft.com/office/officeart/2005/8/layout/matrix3"/>
    <dgm:cxn modelId="{4036456D-BEE3-4B0D-863C-803AC950D63A}" type="presParOf" srcId="{54C1A275-2061-4C08-B340-FB0F15C58334}" destId="{0B28FB14-17B9-46C8-AF66-5A117AD36AE0}" srcOrd="3" destOrd="0" presId="urn:microsoft.com/office/officeart/2005/8/layout/matrix3"/>
    <dgm:cxn modelId="{C1C2015A-D006-4E75-B3DF-4FEDAA22CA53}" type="presParOf" srcId="{54C1A275-2061-4C08-B340-FB0F15C58334}" destId="{3B7FF648-9BA7-4EAC-8A78-D80CBAD1522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86B063E-A4D9-408E-8ACF-D7B8DC70A6B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1D7BF6-3CF0-4B2B-8EB0-42EF7CCDC8DB}">
      <dgm:prSet/>
      <dgm:spPr/>
      <dgm:t>
        <a:bodyPr/>
        <a:lstStyle/>
        <a:p>
          <a:r>
            <a:rPr lang="de-AT"/>
            <a:t>Kartografie komplexer als erwartet→ Ungenaue Fahrweise erschwert exakte Hinderniserkennung</a:t>
          </a:r>
          <a:endParaRPr lang="en-US"/>
        </a:p>
      </dgm:t>
    </dgm:pt>
    <dgm:pt modelId="{0C5C4E37-143B-406D-9F74-31DE7F8BF205}" type="parTrans" cxnId="{5EDFE72A-AC2A-4370-AF33-67B5A5F477B0}">
      <dgm:prSet/>
      <dgm:spPr/>
      <dgm:t>
        <a:bodyPr/>
        <a:lstStyle/>
        <a:p>
          <a:endParaRPr lang="en-US"/>
        </a:p>
      </dgm:t>
    </dgm:pt>
    <dgm:pt modelId="{5279432F-94AF-40B8-BA63-8CBE4FAEF897}" type="sibTrans" cxnId="{5EDFE72A-AC2A-4370-AF33-67B5A5F477B0}">
      <dgm:prSet/>
      <dgm:spPr/>
      <dgm:t>
        <a:bodyPr/>
        <a:lstStyle/>
        <a:p>
          <a:endParaRPr lang="en-US"/>
        </a:p>
      </dgm:t>
    </dgm:pt>
    <dgm:pt modelId="{3FFF70CB-7F5B-48B8-97F8-BF2C653FB790}">
      <dgm:prSet/>
      <dgm:spPr/>
      <dgm:t>
        <a:bodyPr/>
        <a:lstStyle/>
        <a:p>
          <a:r>
            <a:rPr lang="de-AT"/>
            <a:t>asynchrones Verhalten des mBot</a:t>
          </a:r>
          <a:endParaRPr lang="en-US"/>
        </a:p>
      </dgm:t>
    </dgm:pt>
    <dgm:pt modelId="{3F16D238-7067-4DA8-9B31-EFF2A1147DC7}" type="parTrans" cxnId="{944B57B6-2C30-4F16-A6A6-CBD3E3476EB9}">
      <dgm:prSet/>
      <dgm:spPr/>
      <dgm:t>
        <a:bodyPr/>
        <a:lstStyle/>
        <a:p>
          <a:endParaRPr lang="en-US"/>
        </a:p>
      </dgm:t>
    </dgm:pt>
    <dgm:pt modelId="{B06FEA2D-46A3-4975-B3F6-9F047E843221}" type="sibTrans" cxnId="{944B57B6-2C30-4F16-A6A6-CBD3E3476EB9}">
      <dgm:prSet/>
      <dgm:spPr/>
      <dgm:t>
        <a:bodyPr/>
        <a:lstStyle/>
        <a:p>
          <a:endParaRPr lang="en-US"/>
        </a:p>
      </dgm:t>
    </dgm:pt>
    <dgm:pt modelId="{DC9545CD-778C-48E8-A49B-F757ADA5110A}">
      <dgm:prSet/>
      <dgm:spPr/>
      <dgm:t>
        <a:bodyPr/>
        <a:lstStyle/>
        <a:p>
          <a:r>
            <a:rPr lang="de-AT"/>
            <a:t>Zeitmanagement: Teilweise über/unterschätzt bei Sprintplanung</a:t>
          </a:r>
          <a:endParaRPr lang="en-US"/>
        </a:p>
      </dgm:t>
    </dgm:pt>
    <dgm:pt modelId="{0B0F18DE-43A7-4576-B23B-567502BF44E8}" type="parTrans" cxnId="{A0529F30-B8BB-4D14-A6FA-EABA283FA097}">
      <dgm:prSet/>
      <dgm:spPr/>
      <dgm:t>
        <a:bodyPr/>
        <a:lstStyle/>
        <a:p>
          <a:endParaRPr lang="en-US"/>
        </a:p>
      </dgm:t>
    </dgm:pt>
    <dgm:pt modelId="{2AFB69CF-4620-4D1C-B511-EFFF6772BCB0}" type="sibTrans" cxnId="{A0529F30-B8BB-4D14-A6FA-EABA283FA097}">
      <dgm:prSet/>
      <dgm:spPr/>
      <dgm:t>
        <a:bodyPr/>
        <a:lstStyle/>
        <a:p>
          <a:endParaRPr lang="en-US"/>
        </a:p>
      </dgm:t>
    </dgm:pt>
    <dgm:pt modelId="{E82378F6-7D1B-4B40-887A-A5851989A342}" type="pres">
      <dgm:prSet presAssocID="{286B063E-A4D9-408E-8ACF-D7B8DC70A6B7}" presName="vert0" presStyleCnt="0">
        <dgm:presLayoutVars>
          <dgm:dir/>
          <dgm:animOne val="branch"/>
          <dgm:animLvl val="lvl"/>
        </dgm:presLayoutVars>
      </dgm:prSet>
      <dgm:spPr/>
    </dgm:pt>
    <dgm:pt modelId="{6EB74A4E-A8A9-45A5-B9CB-435E5FA8538A}" type="pres">
      <dgm:prSet presAssocID="{E41D7BF6-3CF0-4B2B-8EB0-42EF7CCDC8DB}" presName="thickLine" presStyleLbl="alignNode1" presStyleIdx="0" presStyleCnt="3"/>
      <dgm:spPr/>
    </dgm:pt>
    <dgm:pt modelId="{E9E4E457-41A4-4D2F-9477-476151D0BB09}" type="pres">
      <dgm:prSet presAssocID="{E41D7BF6-3CF0-4B2B-8EB0-42EF7CCDC8DB}" presName="horz1" presStyleCnt="0"/>
      <dgm:spPr/>
    </dgm:pt>
    <dgm:pt modelId="{D4DA3776-F30F-4FB0-9005-BAA0D5A24E38}" type="pres">
      <dgm:prSet presAssocID="{E41D7BF6-3CF0-4B2B-8EB0-42EF7CCDC8DB}" presName="tx1" presStyleLbl="revTx" presStyleIdx="0" presStyleCnt="3"/>
      <dgm:spPr/>
    </dgm:pt>
    <dgm:pt modelId="{B183F07A-A903-4A12-A12D-F08B5AEF3C39}" type="pres">
      <dgm:prSet presAssocID="{E41D7BF6-3CF0-4B2B-8EB0-42EF7CCDC8DB}" presName="vert1" presStyleCnt="0"/>
      <dgm:spPr/>
    </dgm:pt>
    <dgm:pt modelId="{E55E2DBF-832F-49C5-9D96-CCE104AFDF18}" type="pres">
      <dgm:prSet presAssocID="{3FFF70CB-7F5B-48B8-97F8-BF2C653FB790}" presName="thickLine" presStyleLbl="alignNode1" presStyleIdx="1" presStyleCnt="3"/>
      <dgm:spPr/>
    </dgm:pt>
    <dgm:pt modelId="{712F69EB-ABEE-4FF6-A4AF-85AD56297527}" type="pres">
      <dgm:prSet presAssocID="{3FFF70CB-7F5B-48B8-97F8-BF2C653FB790}" presName="horz1" presStyleCnt="0"/>
      <dgm:spPr/>
    </dgm:pt>
    <dgm:pt modelId="{249D7B37-0CDA-4B70-93B1-92C00E8D39E9}" type="pres">
      <dgm:prSet presAssocID="{3FFF70CB-7F5B-48B8-97F8-BF2C653FB790}" presName="tx1" presStyleLbl="revTx" presStyleIdx="1" presStyleCnt="3"/>
      <dgm:spPr/>
    </dgm:pt>
    <dgm:pt modelId="{7533B06A-6FAE-40C6-8FDA-FDA38AE6D25B}" type="pres">
      <dgm:prSet presAssocID="{3FFF70CB-7F5B-48B8-97F8-BF2C653FB790}" presName="vert1" presStyleCnt="0"/>
      <dgm:spPr/>
    </dgm:pt>
    <dgm:pt modelId="{3105987C-B1C2-4699-BD37-10B709627B2C}" type="pres">
      <dgm:prSet presAssocID="{DC9545CD-778C-48E8-A49B-F757ADA5110A}" presName="thickLine" presStyleLbl="alignNode1" presStyleIdx="2" presStyleCnt="3"/>
      <dgm:spPr/>
    </dgm:pt>
    <dgm:pt modelId="{0CA216EA-405B-49FD-9085-215710884108}" type="pres">
      <dgm:prSet presAssocID="{DC9545CD-778C-48E8-A49B-F757ADA5110A}" presName="horz1" presStyleCnt="0"/>
      <dgm:spPr/>
    </dgm:pt>
    <dgm:pt modelId="{1B497A82-479C-4EE4-B8C9-DE572D933D6C}" type="pres">
      <dgm:prSet presAssocID="{DC9545CD-778C-48E8-A49B-F757ADA5110A}" presName="tx1" presStyleLbl="revTx" presStyleIdx="2" presStyleCnt="3"/>
      <dgm:spPr/>
    </dgm:pt>
    <dgm:pt modelId="{CBC61C1C-E590-4720-994A-5F55088F9B2A}" type="pres">
      <dgm:prSet presAssocID="{DC9545CD-778C-48E8-A49B-F757ADA5110A}" presName="vert1" presStyleCnt="0"/>
      <dgm:spPr/>
    </dgm:pt>
  </dgm:ptLst>
  <dgm:cxnLst>
    <dgm:cxn modelId="{B3DDDF0A-EFAD-4BE9-BAB3-CA9D8C79FA46}" type="presOf" srcId="{286B063E-A4D9-408E-8ACF-D7B8DC70A6B7}" destId="{E82378F6-7D1B-4B40-887A-A5851989A342}" srcOrd="0" destOrd="0" presId="urn:microsoft.com/office/officeart/2008/layout/LinedList"/>
    <dgm:cxn modelId="{5EDFE72A-AC2A-4370-AF33-67B5A5F477B0}" srcId="{286B063E-A4D9-408E-8ACF-D7B8DC70A6B7}" destId="{E41D7BF6-3CF0-4B2B-8EB0-42EF7CCDC8DB}" srcOrd="0" destOrd="0" parTransId="{0C5C4E37-143B-406D-9F74-31DE7F8BF205}" sibTransId="{5279432F-94AF-40B8-BA63-8CBE4FAEF897}"/>
    <dgm:cxn modelId="{A0529F30-B8BB-4D14-A6FA-EABA283FA097}" srcId="{286B063E-A4D9-408E-8ACF-D7B8DC70A6B7}" destId="{DC9545CD-778C-48E8-A49B-F757ADA5110A}" srcOrd="2" destOrd="0" parTransId="{0B0F18DE-43A7-4576-B23B-567502BF44E8}" sibTransId="{2AFB69CF-4620-4D1C-B511-EFFF6772BCB0}"/>
    <dgm:cxn modelId="{5072486F-E6A9-4E26-A495-8793A3658A19}" type="presOf" srcId="{DC9545CD-778C-48E8-A49B-F757ADA5110A}" destId="{1B497A82-479C-4EE4-B8C9-DE572D933D6C}" srcOrd="0" destOrd="0" presId="urn:microsoft.com/office/officeart/2008/layout/LinedList"/>
    <dgm:cxn modelId="{A529F690-6830-463F-AB14-139D674EA110}" type="presOf" srcId="{E41D7BF6-3CF0-4B2B-8EB0-42EF7CCDC8DB}" destId="{D4DA3776-F30F-4FB0-9005-BAA0D5A24E38}" srcOrd="0" destOrd="0" presId="urn:microsoft.com/office/officeart/2008/layout/LinedList"/>
    <dgm:cxn modelId="{944B57B6-2C30-4F16-A6A6-CBD3E3476EB9}" srcId="{286B063E-A4D9-408E-8ACF-D7B8DC70A6B7}" destId="{3FFF70CB-7F5B-48B8-97F8-BF2C653FB790}" srcOrd="1" destOrd="0" parTransId="{3F16D238-7067-4DA8-9B31-EFF2A1147DC7}" sibTransId="{B06FEA2D-46A3-4975-B3F6-9F047E843221}"/>
    <dgm:cxn modelId="{887125FB-0E0D-47B5-B15A-BCFC2C647B4F}" type="presOf" srcId="{3FFF70CB-7F5B-48B8-97F8-BF2C653FB790}" destId="{249D7B37-0CDA-4B70-93B1-92C00E8D39E9}" srcOrd="0" destOrd="0" presId="urn:microsoft.com/office/officeart/2008/layout/LinedList"/>
    <dgm:cxn modelId="{9CA0D9E7-25E6-454D-A15D-462DECA3F21E}" type="presParOf" srcId="{E82378F6-7D1B-4B40-887A-A5851989A342}" destId="{6EB74A4E-A8A9-45A5-B9CB-435E5FA8538A}" srcOrd="0" destOrd="0" presId="urn:microsoft.com/office/officeart/2008/layout/LinedList"/>
    <dgm:cxn modelId="{07206858-27D9-4E64-B794-AEF5C0E4FEC7}" type="presParOf" srcId="{E82378F6-7D1B-4B40-887A-A5851989A342}" destId="{E9E4E457-41A4-4D2F-9477-476151D0BB09}" srcOrd="1" destOrd="0" presId="urn:microsoft.com/office/officeart/2008/layout/LinedList"/>
    <dgm:cxn modelId="{BF452B77-C75F-4312-96E7-7A8CA76F80B1}" type="presParOf" srcId="{E9E4E457-41A4-4D2F-9477-476151D0BB09}" destId="{D4DA3776-F30F-4FB0-9005-BAA0D5A24E38}" srcOrd="0" destOrd="0" presId="urn:microsoft.com/office/officeart/2008/layout/LinedList"/>
    <dgm:cxn modelId="{520FA64E-6343-412B-B5F2-4A92916A87F0}" type="presParOf" srcId="{E9E4E457-41A4-4D2F-9477-476151D0BB09}" destId="{B183F07A-A903-4A12-A12D-F08B5AEF3C39}" srcOrd="1" destOrd="0" presId="urn:microsoft.com/office/officeart/2008/layout/LinedList"/>
    <dgm:cxn modelId="{449AE91C-9B33-4E74-89FB-289AC51132EC}" type="presParOf" srcId="{E82378F6-7D1B-4B40-887A-A5851989A342}" destId="{E55E2DBF-832F-49C5-9D96-CCE104AFDF18}" srcOrd="2" destOrd="0" presId="urn:microsoft.com/office/officeart/2008/layout/LinedList"/>
    <dgm:cxn modelId="{C8173BDB-0A0C-4B3E-AE33-16B490066BA2}" type="presParOf" srcId="{E82378F6-7D1B-4B40-887A-A5851989A342}" destId="{712F69EB-ABEE-4FF6-A4AF-85AD56297527}" srcOrd="3" destOrd="0" presId="urn:microsoft.com/office/officeart/2008/layout/LinedList"/>
    <dgm:cxn modelId="{1805E3F4-82E9-4520-BAF5-6D89B11BF2FA}" type="presParOf" srcId="{712F69EB-ABEE-4FF6-A4AF-85AD56297527}" destId="{249D7B37-0CDA-4B70-93B1-92C00E8D39E9}" srcOrd="0" destOrd="0" presId="urn:microsoft.com/office/officeart/2008/layout/LinedList"/>
    <dgm:cxn modelId="{39E3573F-EF3B-4AB7-A366-456ACE6085B7}" type="presParOf" srcId="{712F69EB-ABEE-4FF6-A4AF-85AD56297527}" destId="{7533B06A-6FAE-40C6-8FDA-FDA38AE6D25B}" srcOrd="1" destOrd="0" presId="urn:microsoft.com/office/officeart/2008/layout/LinedList"/>
    <dgm:cxn modelId="{E0335274-AAAB-4473-9F9E-0892C3D373B6}" type="presParOf" srcId="{E82378F6-7D1B-4B40-887A-A5851989A342}" destId="{3105987C-B1C2-4699-BD37-10B709627B2C}" srcOrd="4" destOrd="0" presId="urn:microsoft.com/office/officeart/2008/layout/LinedList"/>
    <dgm:cxn modelId="{4E199A4A-9E89-4AB9-9DD1-AFBA82FA4A5C}" type="presParOf" srcId="{E82378F6-7D1B-4B40-887A-A5851989A342}" destId="{0CA216EA-405B-49FD-9085-215710884108}" srcOrd="5" destOrd="0" presId="urn:microsoft.com/office/officeart/2008/layout/LinedList"/>
    <dgm:cxn modelId="{D3829F5C-045C-4DC5-89BE-C78263FE7B40}" type="presParOf" srcId="{0CA216EA-405B-49FD-9085-215710884108}" destId="{1B497A82-479C-4EE4-B8C9-DE572D933D6C}" srcOrd="0" destOrd="0" presId="urn:microsoft.com/office/officeart/2008/layout/LinedList"/>
    <dgm:cxn modelId="{F7D21981-D6A0-43F7-A88C-0BC9FB034C30}" type="presParOf" srcId="{0CA216EA-405B-49FD-9085-215710884108}" destId="{CBC61C1C-E590-4720-994A-5F55088F9B2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2ED41-48CB-4A43-80F4-94667A67B4D5}">
      <dsp:nvSpPr>
        <dsp:cNvPr id="0" name=""/>
        <dsp:cNvSpPr/>
      </dsp:nvSpPr>
      <dsp:spPr>
        <a:xfrm>
          <a:off x="0" y="214819"/>
          <a:ext cx="78867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000" kern="1200"/>
            <a:t>Behebung von Fehlern</a:t>
          </a:r>
          <a:endParaRPr lang="en-US" sz="4000" kern="1200"/>
        </a:p>
      </dsp:txBody>
      <dsp:txXfrm>
        <a:off x="47976" y="262795"/>
        <a:ext cx="7790748" cy="886848"/>
      </dsp:txXfrm>
    </dsp:sp>
    <dsp:sp modelId="{6E88EC39-FC2F-40DF-B771-7A4851DDF840}">
      <dsp:nvSpPr>
        <dsp:cNvPr id="0" name=""/>
        <dsp:cNvSpPr/>
      </dsp:nvSpPr>
      <dsp:spPr>
        <a:xfrm>
          <a:off x="0" y="1312819"/>
          <a:ext cx="78867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000" kern="1200"/>
            <a:t>Fertigstellung der Dokumentation</a:t>
          </a:r>
        </a:p>
      </dsp:txBody>
      <dsp:txXfrm>
        <a:off x="47976" y="1360795"/>
        <a:ext cx="7790748" cy="886848"/>
      </dsp:txXfrm>
    </dsp:sp>
    <dsp:sp modelId="{3792B7E3-13C6-414F-AA5D-0821C28100F1}">
      <dsp:nvSpPr>
        <dsp:cNvPr id="0" name=""/>
        <dsp:cNvSpPr/>
      </dsp:nvSpPr>
      <dsp:spPr>
        <a:xfrm>
          <a:off x="0" y="2410078"/>
          <a:ext cx="78867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000" kern="1200" noProof="0"/>
            <a:t>Abschluss des Projektes</a:t>
          </a:r>
        </a:p>
      </dsp:txBody>
      <dsp:txXfrm>
        <a:off x="47976" y="2458054"/>
        <a:ext cx="7790748" cy="8868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792B6C-4C12-4FDA-9EB1-5EF65CBC857D}">
      <dsp:nvSpPr>
        <dsp:cNvPr id="0" name=""/>
        <dsp:cNvSpPr/>
      </dsp:nvSpPr>
      <dsp:spPr>
        <a:xfrm>
          <a:off x="1103950" y="0"/>
          <a:ext cx="1171575" cy="11171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CE2D7-20A3-4691-B92E-7BB6611A250F}">
      <dsp:nvSpPr>
        <dsp:cNvPr id="0" name=""/>
        <dsp:cNvSpPr/>
      </dsp:nvSpPr>
      <dsp:spPr>
        <a:xfrm>
          <a:off x="16058" y="1228077"/>
          <a:ext cx="3347358" cy="4787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000" b="1" i="0" kern="1200" baseline="0"/>
            <a:t>Backend:</a:t>
          </a:r>
          <a:endParaRPr lang="en-US" sz="3000" kern="1200"/>
        </a:p>
      </dsp:txBody>
      <dsp:txXfrm>
        <a:off x="16058" y="1228077"/>
        <a:ext cx="3347358" cy="478772"/>
      </dsp:txXfrm>
    </dsp:sp>
    <dsp:sp modelId="{635F1592-630E-40DE-9A8C-AEBF2BC2B187}">
      <dsp:nvSpPr>
        <dsp:cNvPr id="0" name=""/>
        <dsp:cNvSpPr/>
      </dsp:nvSpPr>
      <dsp:spPr>
        <a:xfrm>
          <a:off x="16058" y="1758451"/>
          <a:ext cx="3347358" cy="949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0" i="0" kern="1200" baseline="0"/>
            <a:t>NestJS (TypeScript), REST-API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0" i="0" kern="1200" baseline="0"/>
            <a:t>UDP für mBot-Kommunikation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0" i="0" kern="1200" baseline="0"/>
            <a:t>MongoDB via Mongoose</a:t>
          </a:r>
          <a:endParaRPr lang="en-US" sz="1700" kern="1200"/>
        </a:p>
      </dsp:txBody>
      <dsp:txXfrm>
        <a:off x="16058" y="1758451"/>
        <a:ext cx="3347358" cy="949982"/>
      </dsp:txXfrm>
    </dsp:sp>
    <dsp:sp modelId="{3F9C5258-60DF-4910-9810-9E385FEB45B0}">
      <dsp:nvSpPr>
        <dsp:cNvPr id="0" name=""/>
        <dsp:cNvSpPr/>
      </dsp:nvSpPr>
      <dsp:spPr>
        <a:xfrm>
          <a:off x="5037097" y="0"/>
          <a:ext cx="1171575" cy="11171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43432A-E4B8-4E57-9040-057AD7575C8D}">
      <dsp:nvSpPr>
        <dsp:cNvPr id="0" name=""/>
        <dsp:cNvSpPr/>
      </dsp:nvSpPr>
      <dsp:spPr>
        <a:xfrm>
          <a:off x="3949205" y="1228077"/>
          <a:ext cx="3347358" cy="4787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000" b="1" i="0" kern="1200" baseline="0"/>
            <a:t>mBot:</a:t>
          </a:r>
          <a:endParaRPr lang="en-US" sz="3000" kern="1200"/>
        </a:p>
      </dsp:txBody>
      <dsp:txXfrm>
        <a:off x="3949205" y="1228077"/>
        <a:ext cx="3347358" cy="478772"/>
      </dsp:txXfrm>
    </dsp:sp>
    <dsp:sp modelId="{3B820BB1-3BD2-445D-97ED-71EA6F2C368C}">
      <dsp:nvSpPr>
        <dsp:cNvPr id="0" name=""/>
        <dsp:cNvSpPr/>
      </dsp:nvSpPr>
      <dsp:spPr>
        <a:xfrm>
          <a:off x="3949205" y="1758451"/>
          <a:ext cx="3347358" cy="949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0" i="0" kern="1200" baseline="0"/>
            <a:t>MicroPython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0" i="0" kern="1200" baseline="0"/>
            <a:t>UDP-Client, Sensordaten-Ausgabe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0" i="0" kern="1200" baseline="0"/>
            <a:t>Steuerung</a:t>
          </a:r>
          <a:endParaRPr lang="en-US" sz="1700" kern="1200"/>
        </a:p>
      </dsp:txBody>
      <dsp:txXfrm>
        <a:off x="3949205" y="1758451"/>
        <a:ext cx="3347358" cy="949982"/>
      </dsp:txXfrm>
    </dsp:sp>
    <dsp:sp modelId="{34CC4D94-37E6-437C-9709-925F6F1DD77F}">
      <dsp:nvSpPr>
        <dsp:cNvPr id="0" name=""/>
        <dsp:cNvSpPr/>
      </dsp:nvSpPr>
      <dsp:spPr>
        <a:xfrm>
          <a:off x="8970243" y="0"/>
          <a:ext cx="1171575" cy="11171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8C0D28-859E-424C-846A-376153DE8A6B}">
      <dsp:nvSpPr>
        <dsp:cNvPr id="0" name=""/>
        <dsp:cNvSpPr/>
      </dsp:nvSpPr>
      <dsp:spPr>
        <a:xfrm>
          <a:off x="7882352" y="1228077"/>
          <a:ext cx="3347358" cy="4787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000" b="1" i="0" kern="1200" baseline="0"/>
            <a:t>Tools:</a:t>
          </a:r>
          <a:endParaRPr lang="en-US" sz="3000" kern="1200"/>
        </a:p>
      </dsp:txBody>
      <dsp:txXfrm>
        <a:off x="7882352" y="1228077"/>
        <a:ext cx="3347358" cy="478772"/>
      </dsp:txXfrm>
    </dsp:sp>
    <dsp:sp modelId="{CB1F3E88-A81C-4EAD-927D-0F98BB74C4FA}">
      <dsp:nvSpPr>
        <dsp:cNvPr id="0" name=""/>
        <dsp:cNvSpPr/>
      </dsp:nvSpPr>
      <dsp:spPr>
        <a:xfrm>
          <a:off x="7882352" y="1758451"/>
          <a:ext cx="3347358" cy="949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0" i="0" kern="1200" baseline="0"/>
            <a:t>VS Code, Postman, GitHub, MongoDB Compass, mBlock</a:t>
          </a:r>
          <a:endParaRPr lang="en-US" sz="1700" kern="1200"/>
        </a:p>
      </dsp:txBody>
      <dsp:txXfrm>
        <a:off x="7882352" y="1758451"/>
        <a:ext cx="3347358" cy="9499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04EC8C-6327-4297-B178-2EB570030FC0}">
      <dsp:nvSpPr>
        <dsp:cNvPr id="0" name=""/>
        <dsp:cNvSpPr/>
      </dsp:nvSpPr>
      <dsp:spPr>
        <a:xfrm>
          <a:off x="0" y="445344"/>
          <a:ext cx="10933253" cy="130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542" tIns="374904" rIns="84854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800" kern="1200"/>
            <a:t>Problem: mBot fährt nicht gerade – Raster-Scanning scheiterte.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800" kern="1200"/>
            <a:t>Lösung: Random-Search-Algorithmus mit Abstandsmessung &amp; Richtungsänderung → robuster gegenüber Fahrabweichungen.</a:t>
          </a:r>
          <a:endParaRPr lang="en-US" sz="1800" kern="1200"/>
        </a:p>
      </dsp:txBody>
      <dsp:txXfrm>
        <a:off x="0" y="445344"/>
        <a:ext cx="10933253" cy="1304100"/>
      </dsp:txXfrm>
    </dsp:sp>
    <dsp:sp modelId="{06A0F9D4-E27D-488C-89A3-E7B27B36305B}">
      <dsp:nvSpPr>
        <dsp:cNvPr id="0" name=""/>
        <dsp:cNvSpPr/>
      </dsp:nvSpPr>
      <dsp:spPr>
        <a:xfrm>
          <a:off x="546662" y="179664"/>
          <a:ext cx="7653277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276" tIns="0" rIns="2892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Kartografie ungenau</a:t>
          </a:r>
          <a:endParaRPr lang="en-US" sz="1800" kern="1200"/>
        </a:p>
      </dsp:txBody>
      <dsp:txXfrm>
        <a:off x="572601" y="205603"/>
        <a:ext cx="7601399" cy="479482"/>
      </dsp:txXfrm>
    </dsp:sp>
    <dsp:sp modelId="{3D5DD6F5-3D5A-4030-93CE-54C47C26678B}">
      <dsp:nvSpPr>
        <dsp:cNvPr id="0" name=""/>
        <dsp:cNvSpPr/>
      </dsp:nvSpPr>
      <dsp:spPr>
        <a:xfrm>
          <a:off x="0" y="2063188"/>
          <a:ext cx="10933253" cy="130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542" tIns="374904" rIns="84854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800" kern="1200"/>
            <a:t>Problem: Frontend und Backend waren anfangs nicht synchron → z.B. API nicht klar definiert.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800" kern="1200"/>
            <a:t>Lösung: Häufigerer Austausch eingeführt, API-Dokumentation erstellt → bessere Zusammenarbeit ab Sprint 3.</a:t>
          </a:r>
          <a:endParaRPr lang="en-US" sz="1800" kern="1200"/>
        </a:p>
      </dsp:txBody>
      <dsp:txXfrm>
        <a:off x="0" y="2063188"/>
        <a:ext cx="10933253" cy="1304100"/>
      </dsp:txXfrm>
    </dsp:sp>
    <dsp:sp modelId="{6379C077-1736-4681-88EE-6CEA2BF553DA}">
      <dsp:nvSpPr>
        <dsp:cNvPr id="0" name=""/>
        <dsp:cNvSpPr/>
      </dsp:nvSpPr>
      <dsp:spPr>
        <a:xfrm>
          <a:off x="546662" y="1846645"/>
          <a:ext cx="7653277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276" tIns="0" rIns="2892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Koordination mit Frontend</a:t>
          </a:r>
          <a:endParaRPr lang="en-US" sz="1800" kern="1200"/>
        </a:p>
      </dsp:txBody>
      <dsp:txXfrm>
        <a:off x="572601" y="1872584"/>
        <a:ext cx="7601399" cy="479482"/>
      </dsp:txXfrm>
    </dsp:sp>
    <dsp:sp modelId="{54C7DCA1-18EB-4DC9-89D2-F118800CA606}">
      <dsp:nvSpPr>
        <dsp:cNvPr id="0" name=""/>
        <dsp:cNvSpPr/>
      </dsp:nvSpPr>
      <dsp:spPr>
        <a:xfrm>
          <a:off x="0" y="3779305"/>
          <a:ext cx="10933253" cy="1048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542" tIns="374904" rIns="84854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800" kern="1200"/>
            <a:t>Problem: Story Points oft unterschätzt, z. B. Kartografie-Logik.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800" kern="1200"/>
            <a:t>Lösung: In späteren Sprints realistischere Planung/ Einschätzung</a:t>
          </a:r>
          <a:endParaRPr lang="en-US" sz="1800" kern="1200"/>
        </a:p>
      </dsp:txBody>
      <dsp:txXfrm>
        <a:off x="0" y="3779305"/>
        <a:ext cx="10933253" cy="1048950"/>
      </dsp:txXfrm>
    </dsp:sp>
    <dsp:sp modelId="{9A5C9B39-5438-4701-B4E4-5D4277371239}">
      <dsp:nvSpPr>
        <dsp:cNvPr id="0" name=""/>
        <dsp:cNvSpPr/>
      </dsp:nvSpPr>
      <dsp:spPr>
        <a:xfrm>
          <a:off x="546662" y="3513625"/>
          <a:ext cx="7653277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276" tIns="0" rIns="2892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Sprint-Schätzung ungenau</a:t>
          </a:r>
          <a:endParaRPr lang="en-US" sz="1800" kern="1200"/>
        </a:p>
      </dsp:txBody>
      <dsp:txXfrm>
        <a:off x="572601" y="3539564"/>
        <a:ext cx="7601399" cy="4794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3C4670-D073-447A-B5AE-096E7B58FFB1}">
      <dsp:nvSpPr>
        <dsp:cNvPr id="0" name=""/>
        <dsp:cNvSpPr/>
      </dsp:nvSpPr>
      <dsp:spPr>
        <a:xfrm>
          <a:off x="668358" y="0"/>
          <a:ext cx="6005158" cy="6005158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F6901C7-6A0C-48EC-95E9-2E9728F6D7A9}">
      <dsp:nvSpPr>
        <dsp:cNvPr id="0" name=""/>
        <dsp:cNvSpPr/>
      </dsp:nvSpPr>
      <dsp:spPr>
        <a:xfrm>
          <a:off x="1238849" y="570490"/>
          <a:ext cx="2342011" cy="234201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000" kern="1200"/>
            <a:t>Starke Teamkommunikation – offen, lösungsorientiert, zuverlässig</a:t>
          </a:r>
          <a:endParaRPr lang="en-US" sz="2000" kern="1200"/>
        </a:p>
      </dsp:txBody>
      <dsp:txXfrm>
        <a:off x="1353177" y="684818"/>
        <a:ext cx="2113355" cy="2113355"/>
      </dsp:txXfrm>
    </dsp:sp>
    <dsp:sp modelId="{5D0360F2-47AA-4129-A6BD-1ADBE97D2A9F}">
      <dsp:nvSpPr>
        <dsp:cNvPr id="0" name=""/>
        <dsp:cNvSpPr/>
      </dsp:nvSpPr>
      <dsp:spPr>
        <a:xfrm>
          <a:off x="3761015" y="570490"/>
          <a:ext cx="2342011" cy="234201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000" kern="1200"/>
            <a:t>NestJS-API lief stabil, MongoDB-Anbindung problemlos</a:t>
          </a:r>
          <a:endParaRPr lang="en-US" sz="2000" kern="1200"/>
        </a:p>
      </dsp:txBody>
      <dsp:txXfrm>
        <a:off x="3875343" y="684818"/>
        <a:ext cx="2113355" cy="2113355"/>
      </dsp:txXfrm>
    </dsp:sp>
    <dsp:sp modelId="{0B28FB14-17B9-46C8-AF66-5A117AD36AE0}">
      <dsp:nvSpPr>
        <dsp:cNvPr id="0" name=""/>
        <dsp:cNvSpPr/>
      </dsp:nvSpPr>
      <dsp:spPr>
        <a:xfrm>
          <a:off x="1238849" y="3092656"/>
          <a:ext cx="2342011" cy="2342011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000" kern="1200"/>
            <a:t>Fahrten aufzeichnen &amp; wiederholen funktionierte sehr gut</a:t>
          </a:r>
          <a:endParaRPr lang="en-US" sz="2000" kern="1200"/>
        </a:p>
      </dsp:txBody>
      <dsp:txXfrm>
        <a:off x="1353177" y="3206984"/>
        <a:ext cx="2113355" cy="2113355"/>
      </dsp:txXfrm>
    </dsp:sp>
    <dsp:sp modelId="{3B7FF648-9BA7-4EAC-8A78-D80CBAD1522D}">
      <dsp:nvSpPr>
        <dsp:cNvPr id="0" name=""/>
        <dsp:cNvSpPr/>
      </dsp:nvSpPr>
      <dsp:spPr>
        <a:xfrm>
          <a:off x="3761015" y="3092656"/>
          <a:ext cx="2342011" cy="234201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000" kern="1200"/>
            <a:t>Scrum sorgte für klare Struktur &amp; planbare Sprints</a:t>
          </a:r>
          <a:endParaRPr lang="en-US" sz="2000" kern="1200"/>
        </a:p>
      </dsp:txBody>
      <dsp:txXfrm>
        <a:off x="3875343" y="3206984"/>
        <a:ext cx="2113355" cy="21133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B74A4E-A8A9-45A5-B9CB-435E5FA8538A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DA3776-F30F-4FB0-9005-BAA0D5A24E38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800" kern="1200"/>
            <a:t>Kartografie komplexer als erwartet→ Ungenaue Fahrweise erschwert exakte Hinderniserkennung</a:t>
          </a:r>
          <a:endParaRPr lang="en-US" sz="3800" kern="1200"/>
        </a:p>
      </dsp:txBody>
      <dsp:txXfrm>
        <a:off x="0" y="2124"/>
        <a:ext cx="10515600" cy="1449029"/>
      </dsp:txXfrm>
    </dsp:sp>
    <dsp:sp modelId="{E55E2DBF-832F-49C5-9D96-CCE104AFDF18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9D7B37-0CDA-4B70-93B1-92C00E8D39E9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800" kern="1200"/>
            <a:t>asynchrones Verhalten des mBot</a:t>
          </a:r>
          <a:endParaRPr lang="en-US" sz="3800" kern="1200"/>
        </a:p>
      </dsp:txBody>
      <dsp:txXfrm>
        <a:off x="0" y="1451154"/>
        <a:ext cx="10515600" cy="1449029"/>
      </dsp:txXfrm>
    </dsp:sp>
    <dsp:sp modelId="{3105987C-B1C2-4699-BD37-10B709627B2C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497A82-479C-4EE4-B8C9-DE572D933D6C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800" kern="1200"/>
            <a:t>Zeitmanagement: Teilweise über/unterschätzt bei Sprintplanung</a:t>
          </a:r>
          <a:endParaRPr lang="en-US" sz="3800" kern="1200"/>
        </a:p>
      </dsp:txBody>
      <dsp:txXfrm>
        <a:off x="0" y="2900183"/>
        <a:ext cx="10515600" cy="14490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D1AE2-ED4E-4333-94CF-752965DA5330}" type="datetimeFigureOut">
              <a:rPr lang="de-AT" smtClean="0"/>
              <a:t>10.06.2025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F14B3F-C09E-493D-A08A-3D5CE7A9190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36697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8EB10-9094-CC46-9BCA-615730AD1A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70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14B3F-C09E-493D-A08A-3D5CE7A9190C}" type="slidenum">
              <a:rPr lang="de-AT" smtClean="0"/>
              <a:t>20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15680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2879BD-FEBC-9B59-6C23-AF3091935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00EFF8C-B590-810A-24B0-1E5BB32B3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C327E-6746-446E-230B-8E7652CA7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694-DE69-4CBD-8C6D-9EF9EA1D0FBE}" type="datetimeFigureOut">
              <a:rPr lang="de-AT" smtClean="0"/>
              <a:t>10.06.2025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2CC4CE-6088-8E7E-0F11-2CB68652F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EBC896-AFAA-71F1-4677-AF9D8689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66BE-DB16-437F-8DEC-726E89DBC11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54986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26DEE-F0F8-7F21-C4CD-42ECBA0C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CB9DC6-14E7-3512-0B6F-8C4FD4C53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CB7F17-E1EE-06CC-AF7F-90A8A3C6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694-DE69-4CBD-8C6D-9EF9EA1D0FBE}" type="datetimeFigureOut">
              <a:rPr lang="de-AT" smtClean="0"/>
              <a:t>10.06.2025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DF3C93-2F69-9126-E62C-094C33943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EF4ADF-606E-8093-1651-7C8A8C14C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66BE-DB16-437F-8DEC-726E89DBC11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79093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2F2772-3E88-7512-D882-11D797A1B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D6DC41-BB15-4105-9F47-4708AD2B0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8395F8-9611-5FC1-1CBA-C484A447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694-DE69-4CBD-8C6D-9EF9EA1D0FBE}" type="datetimeFigureOut">
              <a:rPr lang="de-AT" smtClean="0"/>
              <a:t>10.06.2025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0C9761-24AF-2D6C-CAB4-D315E29E5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A4E1CE-8FED-D546-5833-B61DBCB31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66BE-DB16-437F-8DEC-726E89DBC11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54274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20827A-81D4-0EEB-5463-489DB06A7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977267-F021-6D84-04E2-0886F6AAC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D378BE0-4779-FD1B-3D56-EC9F1E28E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84B4AE-604B-1CF7-51E2-7280D8A2F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694-DE69-4CBD-8C6D-9EF9EA1D0FBE}" type="datetimeFigureOut">
              <a:rPr lang="de-AT" smtClean="0"/>
              <a:t>10.06.2025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BF7B50-47A7-9A0E-D163-44A4F0DF4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CCE411B-EF37-772A-50D2-991D24BE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66BE-DB16-437F-8DEC-726E89DBC11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11381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54CA4-ECD1-8E29-5A9D-6314A1845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9A57F4-8822-671B-B3BE-A2A1C378E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62EF09A-84C4-A561-A82C-3EE2C1EB7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F57A596-3D77-7A5E-49AE-E4948C5195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A00E64B-8158-A8AC-067B-7E9E2A2CB9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A23615D-3198-2B39-B3E8-F73ECB3F3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694-DE69-4CBD-8C6D-9EF9EA1D0FBE}" type="datetimeFigureOut">
              <a:rPr lang="de-AT" smtClean="0"/>
              <a:t>10.06.2025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797DC9B-624D-8D27-6F43-628549FC7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F316CF3-C93C-75AF-5A59-5F5BB6DAF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66BE-DB16-437F-8DEC-726E89DBC11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36154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80D0D9-3076-5685-3599-2278914C9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CEFD687-2579-4B34-E7AF-4B3524A72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694-DE69-4CBD-8C6D-9EF9EA1D0FBE}" type="datetimeFigureOut">
              <a:rPr lang="de-AT" smtClean="0"/>
              <a:t>10.06.2025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FDEFF2D-B158-9552-485C-75E9AE1C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80C92B0-B2FE-C6F4-B68C-283BCA2AB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66BE-DB16-437F-8DEC-726E89DBC11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76527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04EAF07-2B74-37D6-44D2-EE92D17D0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694-DE69-4CBD-8C6D-9EF9EA1D0FBE}" type="datetimeFigureOut">
              <a:rPr lang="de-AT" smtClean="0"/>
              <a:t>10.06.2025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BF0FEB9-2F9C-DAE4-3F94-B0AB161D1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7BF493-4881-4FF8-3B1A-69AE335F8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66BE-DB16-437F-8DEC-726E89DBC11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58500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ED065-A24D-412E-2B60-C2A7B164C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14D6A4-1286-6ED3-F9C4-2FF3400EC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4E443B5-F626-002F-013A-82327476C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0FCFB0C-418F-47A2-2B2B-ED14E8FB0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694-DE69-4CBD-8C6D-9EF9EA1D0FBE}" type="datetimeFigureOut">
              <a:rPr lang="de-AT" smtClean="0"/>
              <a:t>10.06.2025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654B94-6818-738F-F1B8-CAC46CEBC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3F6593B-8A2B-9662-3E3E-62AF587E0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66BE-DB16-437F-8DEC-726E89DBC11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00486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6906D1-76C9-2928-01D8-843491D12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92BC167-F85B-0BAA-4E47-15C24A57F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B2AFDEF-B70B-A13C-5439-936686A94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6A13911-03AD-4F6A-6EF9-F5CAB21A7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694-DE69-4CBD-8C6D-9EF9EA1D0FBE}" type="datetimeFigureOut">
              <a:rPr lang="de-AT" smtClean="0"/>
              <a:t>10.06.2025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4D1295-8686-B727-2171-5DEC4E00F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7786E5C-4EFD-9B08-E1EF-681D1CA57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66BE-DB16-437F-8DEC-726E89DBC11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08319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382A67-3AA6-8E03-4BB0-966034984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831BDC5-3CFF-9EE4-614B-32D7102E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B502EB-2A77-A680-79FD-E70B90C84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694-DE69-4CBD-8C6D-9EF9EA1D0FBE}" type="datetimeFigureOut">
              <a:rPr lang="de-AT" smtClean="0"/>
              <a:t>10.06.2025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6E6CE4-51AB-F4BB-FB47-2778D14B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DF9E8F-2C94-DCF0-1FCC-046C51922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66BE-DB16-437F-8DEC-726E89DBC11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2533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0C4B913-4C33-F50A-9B1F-2A77B633D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2AFF92-2D15-CAEA-F1C4-54749C929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C52BEB-FC5D-5C10-5E33-AD33C4021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694-DE69-4CBD-8C6D-9EF9EA1D0FBE}" type="datetimeFigureOut">
              <a:rPr lang="de-AT" smtClean="0"/>
              <a:t>10.06.2025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81BDD3-9A9D-7A27-7CC1-34ADCA086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3B88D1-FE39-2B10-8385-14BD31307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66BE-DB16-437F-8DEC-726E89DBC11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37314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56D1F38-43B9-A153-FAEC-CE2248E77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2A1E76-36B9-00EB-1736-C10C50309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716893-EE5E-725D-F321-5827B2BE91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C9694-DE69-4CBD-8C6D-9EF9EA1D0FBE}" type="datetimeFigureOut">
              <a:rPr lang="de-AT" smtClean="0"/>
              <a:t>10.06.2025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1DB778-5432-EBA1-4AAC-C2829CECB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13EADE-B3AE-376F-5CF6-265A3353E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6566BE-DB16-437F-8DEC-726E89DBC11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11880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7E43EBE-A735-37A8-85DA-67B355ACB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2608" y="1380564"/>
            <a:ext cx="4561369" cy="2346229"/>
          </a:xfrm>
        </p:spPr>
        <p:txBody>
          <a:bodyPr anchor="b">
            <a:normAutofit/>
          </a:bodyPr>
          <a:lstStyle/>
          <a:p>
            <a:r>
              <a:rPr lang="de-AT" sz="3200" b="1">
                <a:solidFill>
                  <a:srgbClr val="595959"/>
                </a:solidFill>
              </a:rPr>
              <a:t>SYP Projekt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37A6BD-9BA7-2FF9-6C5C-4A832C452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2608" y="4061345"/>
            <a:ext cx="4561369" cy="1416090"/>
          </a:xfrm>
        </p:spPr>
        <p:txBody>
          <a:bodyPr anchor="t">
            <a:normAutofit/>
          </a:bodyPr>
          <a:lstStyle/>
          <a:p>
            <a:r>
              <a:rPr lang="de-AT" sz="1400">
                <a:solidFill>
                  <a:srgbClr val="595959"/>
                </a:solidFill>
              </a:rPr>
              <a:t>Von Eder Jonas, Ellmauthaler Philip und Hafner Florian</a:t>
            </a:r>
          </a:p>
        </p:txBody>
      </p:sp>
      <p:pic>
        <p:nvPicPr>
          <p:cNvPr id="6" name="Picture 2" descr="HTL_Logo_Rot_HEXC10A25">
            <a:extLst>
              <a:ext uri="{FF2B5EF4-FFF2-40B4-BE49-F238E27FC236}">
                <a16:creationId xmlns:a16="http://schemas.microsoft.com/office/drawing/2014/main" id="{5169C6B7-58CC-99EC-1817-143AA691E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168" y="1380565"/>
            <a:ext cx="3973963" cy="409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44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 descr="Computerskript auf einem Bildschirm">
            <a:extLst>
              <a:ext uri="{FF2B5EF4-FFF2-40B4-BE49-F238E27FC236}">
                <a16:creationId xmlns:a16="http://schemas.microsoft.com/office/drawing/2014/main" id="{C96DFB6C-E5A1-81C4-53C6-355E293EDA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5981" b="9749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11552CE-0124-A633-9D83-794FEC147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de-AT" b="1">
                <a:solidFill>
                  <a:srgbClr val="FFFFFF"/>
                </a:solidFill>
              </a:rPr>
              <a:t>Inhalt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DAA8D4-D1A2-382A-098A-C52C9AE9B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627" y="591344"/>
            <a:ext cx="6906491" cy="5630465"/>
          </a:xfrm>
        </p:spPr>
        <p:txBody>
          <a:bodyPr anchor="ctr">
            <a:normAutofit lnSpcReduction="10000"/>
          </a:bodyPr>
          <a:lstStyle/>
          <a:p>
            <a:r>
              <a:rPr lang="de-AT" sz="2600">
                <a:solidFill>
                  <a:srgbClr val="FFFFFF"/>
                </a:solidFill>
              </a:rPr>
              <a:t>Sprint 5</a:t>
            </a:r>
          </a:p>
          <a:p>
            <a:r>
              <a:rPr lang="de-AT" sz="2600">
                <a:solidFill>
                  <a:srgbClr val="FFFFFF"/>
                </a:solidFill>
              </a:rPr>
              <a:t>Team</a:t>
            </a:r>
          </a:p>
          <a:p>
            <a:r>
              <a:rPr lang="de-AT" sz="2600">
                <a:solidFill>
                  <a:srgbClr val="FFFFFF"/>
                </a:solidFill>
              </a:rPr>
              <a:t>Projektziele</a:t>
            </a:r>
          </a:p>
          <a:p>
            <a:r>
              <a:rPr lang="de-AT" sz="2600">
                <a:solidFill>
                  <a:srgbClr val="FFFFFF"/>
                </a:solidFill>
              </a:rPr>
              <a:t>Schnittstellen &amp; </a:t>
            </a:r>
            <a:r>
              <a:rPr lang="de-AT" sz="2600" err="1">
                <a:solidFill>
                  <a:srgbClr val="FFFFFF"/>
                </a:solidFill>
              </a:rPr>
              <a:t>TechStack</a:t>
            </a:r>
          </a:p>
          <a:p>
            <a:r>
              <a:rPr lang="de-AT" sz="2600">
                <a:solidFill>
                  <a:srgbClr val="FFFFFF"/>
                </a:solidFill>
              </a:rPr>
              <a:t>API-Endpoints</a:t>
            </a:r>
          </a:p>
          <a:p>
            <a:r>
              <a:rPr lang="de-AT" sz="2600">
                <a:solidFill>
                  <a:srgbClr val="FFFFFF"/>
                </a:solidFill>
              </a:rPr>
              <a:t>Move</a:t>
            </a:r>
          </a:p>
          <a:p>
            <a:r>
              <a:rPr lang="de-AT" sz="2600">
                <a:solidFill>
                  <a:srgbClr val="FFFFFF"/>
                </a:solidFill>
              </a:rPr>
              <a:t>Kartografie</a:t>
            </a:r>
          </a:p>
          <a:p>
            <a:r>
              <a:rPr lang="de-AT" sz="2600">
                <a:solidFill>
                  <a:srgbClr val="FFFFFF"/>
                </a:solidFill>
              </a:rPr>
              <a:t>Demo Vorführung</a:t>
            </a:r>
          </a:p>
          <a:p>
            <a:r>
              <a:rPr lang="de-AT" sz="2600">
                <a:solidFill>
                  <a:srgbClr val="FFFFFF"/>
                </a:solidFill>
              </a:rPr>
              <a:t>Retroperspektive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AT" sz="2200">
                <a:solidFill>
                  <a:srgbClr val="FFFFFF"/>
                </a:solidFill>
              </a:rPr>
              <a:t>Reaktion auf Probleme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AT" sz="2200">
                <a:solidFill>
                  <a:srgbClr val="FFFFFF"/>
                </a:solidFill>
              </a:rPr>
              <a:t>Was lief gut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AT" sz="2200">
                <a:solidFill>
                  <a:srgbClr val="FFFFFF"/>
                </a:solidFill>
              </a:rPr>
              <a:t>Was war herausfordernd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AT" sz="2200" err="1">
                <a:solidFill>
                  <a:srgbClr val="FFFFFF"/>
                </a:solidFill>
              </a:rPr>
              <a:t>Lessons</a:t>
            </a:r>
            <a:r>
              <a:rPr lang="de-AT" sz="2200">
                <a:solidFill>
                  <a:srgbClr val="FFFFFF"/>
                </a:solidFill>
              </a:rPr>
              <a:t> </a:t>
            </a:r>
            <a:r>
              <a:rPr lang="de-AT" sz="2200" err="1">
                <a:solidFill>
                  <a:srgbClr val="FFFFFF"/>
                </a:solidFill>
              </a:rPr>
              <a:t>Learned</a:t>
            </a:r>
          </a:p>
        </p:txBody>
      </p:sp>
    </p:spTree>
    <p:extLst>
      <p:ext uri="{BB962C8B-B14F-4D97-AF65-F5344CB8AC3E}">
        <p14:creationId xmlns:p14="http://schemas.microsoft.com/office/powerpoint/2010/main" val="3276337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E8EE39-976B-343A-74AB-2F61404E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/>
              <a:t>Sprint 5 (21.5 – 4.6)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C1EAB2-2B80-AAE9-984C-5388DF3A9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4285"/>
          </a:xfrm>
        </p:spPr>
        <p:txBody>
          <a:bodyPr/>
          <a:lstStyle/>
          <a:p>
            <a:pPr marL="0" indent="0">
              <a:buNone/>
            </a:pPr>
            <a:r>
              <a:rPr lang="de-AT"/>
              <a:t>Sprint Ziele: </a:t>
            </a:r>
          </a:p>
          <a:p>
            <a:pPr marL="0" indent="0">
              <a:buNone/>
            </a:pPr>
            <a:endParaRPr lang="de-AT"/>
          </a:p>
        </p:txBody>
      </p:sp>
      <p:graphicFrame>
        <p:nvGraphicFramePr>
          <p:cNvPr id="4" name="Text Box 2">
            <a:extLst>
              <a:ext uri="{FF2B5EF4-FFF2-40B4-BE49-F238E27FC236}">
                <a16:creationId xmlns:a16="http://schemas.microsoft.com/office/drawing/2014/main" id="{E0ECFA66-2631-DA02-3211-09773E9AF8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9255374"/>
              </p:ext>
            </p:extLst>
          </p:nvPr>
        </p:nvGraphicFramePr>
        <p:xfrm>
          <a:off x="2034663" y="2349910"/>
          <a:ext cx="7886700" cy="3608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856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>
                <a:cs typeface="+mj-lt"/>
              </a:rPr>
              <a:t>Sprint Review: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4</a:t>
            </a:fld>
            <a:endParaRPr lang="de-AT"/>
          </a:p>
        </p:txBody>
      </p:sp>
      <p:sp>
        <p:nvSpPr>
          <p:cNvPr id="3" name="Text Box 2"/>
          <p:cNvSpPr txBox="1"/>
          <p:nvPr/>
        </p:nvSpPr>
        <p:spPr>
          <a:xfrm>
            <a:off x="2207895" y="2107883"/>
            <a:ext cx="82232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en-US" sz="1400" b="1">
                <a:latin typeface="Calibri" panose="020F0502020204030204" charset="0"/>
              </a:rPr>
              <a:t>User Stories - Sprint 2.</a:t>
            </a:r>
            <a:endParaRPr lang="de-DE" altLang="en-US">
              <a:latin typeface="Calibri" panose="020F0502020204030204" charset="0"/>
            </a:endParaRPr>
          </a:p>
        </p:txBody>
      </p:sp>
      <p:graphicFrame>
        <p:nvGraphicFramePr>
          <p:cNvPr id="4" name="Table 3"/>
          <p:cNvGraphicFramePr/>
          <p:nvPr>
            <p:extLst>
              <p:ext uri="{D42A27DB-BD31-4B8C-83A1-F6EECF244321}">
                <p14:modId xmlns:p14="http://schemas.microsoft.com/office/powerpoint/2010/main" val="3556403243"/>
              </p:ext>
            </p:extLst>
          </p:nvPr>
        </p:nvGraphicFramePr>
        <p:xfrm>
          <a:off x="352926" y="1690688"/>
          <a:ext cx="11421979" cy="3539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0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0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5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13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2400">
                          <a:latin typeface="Calibri"/>
                          <a:ea typeface="Calibri"/>
                          <a:cs typeface="Calibri"/>
                        </a:rPr>
                        <a:t>User Story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2400">
                          <a:latin typeface="Calibri"/>
                          <a:ea typeface="Calibri"/>
                          <a:cs typeface="Calibri"/>
                        </a:rPr>
                        <a:t>Bearbeitet von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2400">
                          <a:latin typeface="Calibri"/>
                          <a:ea typeface="Calibri"/>
                          <a:cs typeface="Calibri"/>
                        </a:rPr>
                        <a:t>User Story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2400"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1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2400">
                          <a:latin typeface="Calibri"/>
                          <a:ea typeface="Calibri"/>
                          <a:cs typeface="Calibri"/>
                        </a:rPr>
                        <a:t>Powerpoint</a:t>
                      </a:r>
                      <a:endParaRPr lang="de-DE" altLang="en-US" sz="2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AutoNum type="arabicPeriod"/>
                      </a:pPr>
                      <a:r>
                        <a:rPr lang="de-DE" altLang="en-US" sz="2400" err="1">
                          <a:latin typeface="Calibri"/>
                          <a:ea typeface="Calibri"/>
                          <a:cs typeface="Calibri"/>
                        </a:rPr>
                        <a:t>Ellmauthaler</a:t>
                      </a:r>
                      <a:endParaRPr lang="de-DE" altLang="en-US" sz="24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57200" indent="-457200">
                        <a:buAutoNum type="arabicPeriod"/>
                      </a:pPr>
                      <a:r>
                        <a:rPr lang="de-DE" altLang="en-US" sz="2400">
                          <a:latin typeface="Calibri"/>
                          <a:ea typeface="Calibri"/>
                          <a:cs typeface="Calibri"/>
                        </a:rPr>
                        <a:t>Eder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Powerpoint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240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/>
                          <a:ea typeface="Calibri"/>
                          <a:cs typeface="Calibri"/>
                        </a:rPr>
                        <a:t>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3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2400">
                          <a:latin typeface="Calibri"/>
                          <a:ea typeface="Calibri"/>
                          <a:cs typeface="Calibri"/>
                        </a:rPr>
                        <a:t>Projektdokumentation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AutoNum type="arabicPeriod"/>
                      </a:pPr>
                      <a:r>
                        <a:rPr lang="de-DE" altLang="en-US" sz="2400">
                          <a:latin typeface="Calibri"/>
                          <a:ea typeface="Calibri"/>
                          <a:cs typeface="Calibri"/>
                        </a:rPr>
                        <a:t>Hafner</a:t>
                      </a:r>
                    </a:p>
                    <a:p>
                      <a:pPr marL="457200" indent="-457200">
                        <a:buAutoNum type="arabicPeriod"/>
                      </a:pPr>
                      <a:r>
                        <a:rPr lang="de-DE" altLang="en-US" sz="2400">
                          <a:latin typeface="Calibri"/>
                          <a:ea typeface="Calibri"/>
                          <a:cs typeface="Calibri"/>
                        </a:rPr>
                        <a:t>Eder</a:t>
                      </a:r>
                    </a:p>
                    <a:p>
                      <a:pPr marL="457200" indent="-457200">
                        <a:buAutoNum type="arabicPeriod"/>
                      </a:pPr>
                      <a:r>
                        <a:rPr lang="de-DE" altLang="en-US" sz="2400" err="1">
                          <a:latin typeface="Calibri"/>
                          <a:ea typeface="Calibri"/>
                          <a:cs typeface="Calibri"/>
                        </a:rPr>
                        <a:t>Ellmauthaler</a:t>
                      </a:r>
                      <a:endParaRPr lang="de-DE" altLang="en-US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>
                          <a:latin typeface="Calibri"/>
                          <a:ea typeface="Calibri"/>
                          <a:cs typeface="Calibri"/>
                        </a:rPr>
                        <a:t>Projektdokumentation</a:t>
                      </a:r>
                      <a:endParaRPr lang="de-DE" altLang="en-US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240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/>
                          <a:ea typeface="Calibri"/>
                          <a:cs typeface="Calibri"/>
                        </a:rPr>
                        <a:t>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8242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287D99D-31EC-9344-DEEE-9828FF5C3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Sprint Velocity des Projekts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F3002ABF-E9C8-607E-6806-06C183032694}"/>
              </a:ext>
            </a:extLst>
          </p:cNvPr>
          <p:cNvSpPr txBox="1"/>
          <p:nvPr/>
        </p:nvSpPr>
        <p:spPr>
          <a:xfrm>
            <a:off x="761802" y="2321476"/>
            <a:ext cx="4864875" cy="385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Velocity Sprint 1:	61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Velocity Sprint 2:	65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Velocity Sprint 3:	70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Velocity Sprint 4: 	40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Velocity Sprint 1-n:	59</a:t>
            </a:r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AB5CA1AE-92B2-CEC7-3A55-2AE2F8EA1513}"/>
              </a:ext>
              <a:ext uri="{147F2762-F138-4A5C-976F-8EAC2B608ADB}">
                <a16:predDERef xmlns:a16="http://schemas.microsoft.com/office/drawing/2014/main" pred="{B2AF9E64-547F-ACC7-F033-8065BA025A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7968032"/>
              </p:ext>
            </p:extLst>
          </p:nvPr>
        </p:nvGraphicFramePr>
        <p:xfrm>
          <a:off x="6343650" y="2321476"/>
          <a:ext cx="5178206" cy="38074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00172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4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DE889E0-9D56-2A0E-629F-B7D719B68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Team</a:t>
            </a:r>
          </a:p>
        </p:txBody>
      </p:sp>
      <p:pic>
        <p:nvPicPr>
          <p:cNvPr id="17" name="Picture 16" descr="Einer in der Menge">
            <a:extLst>
              <a:ext uri="{FF2B5EF4-FFF2-40B4-BE49-F238E27FC236}">
                <a16:creationId xmlns:a16="http://schemas.microsoft.com/office/drawing/2014/main" id="{59D69B1B-37C4-4E5E-BDB5-A3E79BB3EF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26" r="2014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7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774DAC8A-90EA-8662-AC52-897B2615316F}"/>
              </a:ext>
            </a:extLst>
          </p:cNvPr>
          <p:cNvSpPr/>
          <p:nvPr/>
        </p:nvSpPr>
        <p:spPr>
          <a:xfrm>
            <a:off x="5297762" y="2706624"/>
            <a:ext cx="6251110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9486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/>
              <a:t>Jonas Eder (</a:t>
            </a:r>
            <a:r>
              <a:rPr lang="en-US" sz="2200" err="1"/>
              <a:t>Mitglied</a:t>
            </a:r>
            <a:r>
              <a:rPr lang="en-US" sz="2200"/>
              <a:t>)</a:t>
            </a:r>
          </a:p>
          <a:p>
            <a:pPr marL="459486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/>
              <a:t>Philip Ellmauthaler (Scrum Master)</a:t>
            </a:r>
          </a:p>
          <a:p>
            <a:pPr marL="459486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/>
              <a:t>Florian Hafner (</a:t>
            </a:r>
            <a:r>
              <a:rPr lang="en-US" sz="2200" err="1"/>
              <a:t>Projektleiter</a:t>
            </a:r>
            <a:r>
              <a:rPr lang="en-US" sz="2200"/>
              <a:t>)</a:t>
            </a:r>
          </a:p>
          <a:p>
            <a:pPr marL="459486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200"/>
          </a:p>
          <a:p>
            <a:pPr marL="459486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978403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D51DA84-F12C-6B45-4F9E-0F1817F66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AT" sz="5400">
                <a:solidFill>
                  <a:srgbClr val="FFFFFF"/>
                </a:solidFill>
              </a:rPr>
              <a:t>Unsere Projektziele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1554B609-D901-554A-0CB0-BA816F9E4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350" y="1885279"/>
            <a:ext cx="10800080" cy="428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>
                <a:latin typeface="+mj-lt"/>
              </a:rPr>
              <a:t>Intuitive Fernsteuerung über Laptop oder Smartphone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>
                <a:latin typeface="+mj-lt"/>
              </a:rPr>
              <a:t>Echtzeit-Anzeige von Sensordaten (z. B. Abstand, Licht)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>
                <a:latin typeface="+mj-lt"/>
              </a:rPr>
              <a:t>Fahrstrecken aufzeichnen und wiederholen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>
                <a:latin typeface="+mj-lt"/>
              </a:rPr>
              <a:t>Kartografieren der Umgebung mittels Hinderniserkennung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>
                <a:latin typeface="+mj-lt"/>
              </a:rPr>
              <a:t>Steuerung von LEDs und Display für visuelles Feedback</a:t>
            </a:r>
          </a:p>
        </p:txBody>
      </p:sp>
    </p:spTree>
    <p:extLst>
      <p:ext uri="{BB962C8B-B14F-4D97-AF65-F5344CB8AC3E}">
        <p14:creationId xmlns:p14="http://schemas.microsoft.com/office/powerpoint/2010/main" val="2254581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CCFB78A6-1A24-84DC-2F23-1ED2106F9146}"/>
              </a:ext>
            </a:extLst>
          </p:cNvPr>
          <p:cNvSpPr/>
          <p:nvPr/>
        </p:nvSpPr>
        <p:spPr>
          <a:xfrm>
            <a:off x="3381211" y="448083"/>
            <a:ext cx="5444431" cy="586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667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Technische Schnittstellen</a:t>
            </a:r>
            <a:endParaRPr lang="en-US" sz="3667"/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5945C654-7CCF-C808-6334-78B8BC54FE57}"/>
              </a:ext>
            </a:extLst>
          </p:cNvPr>
          <p:cNvGrpSpPr/>
          <p:nvPr/>
        </p:nvGrpSpPr>
        <p:grpSpPr>
          <a:xfrm>
            <a:off x="2644884" y="1815233"/>
            <a:ext cx="6902232" cy="4341519"/>
            <a:chOff x="698104" y="2084784"/>
            <a:chExt cx="6223794" cy="3574257"/>
          </a:xfrm>
        </p:grpSpPr>
        <p:sp>
          <p:nvSpPr>
            <p:cNvPr id="10" name="Shape 1">
              <a:extLst>
                <a:ext uri="{FF2B5EF4-FFF2-40B4-BE49-F238E27FC236}">
                  <a16:creationId xmlns:a16="http://schemas.microsoft.com/office/drawing/2014/main" id="{6660F9DB-5E0C-4C55-C48E-F739DF1796B5}"/>
                </a:ext>
              </a:extLst>
            </p:cNvPr>
            <p:cNvSpPr/>
            <p:nvPr/>
          </p:nvSpPr>
          <p:spPr>
            <a:xfrm>
              <a:off x="698104" y="2084784"/>
              <a:ext cx="6223794" cy="3574257"/>
            </a:xfrm>
            <a:prstGeom prst="roundRect">
              <a:avLst>
                <a:gd name="adj" fmla="val 2344"/>
              </a:avLst>
            </a:prstGeom>
            <a:noFill/>
            <a:ln w="7620">
              <a:solidFill>
                <a:srgbClr val="000000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de-AT" sz="1500"/>
            </a:p>
          </p:txBody>
        </p:sp>
        <p:sp>
          <p:nvSpPr>
            <p:cNvPr id="11" name="Shape 2">
              <a:extLst>
                <a:ext uri="{FF2B5EF4-FFF2-40B4-BE49-F238E27FC236}">
                  <a16:creationId xmlns:a16="http://schemas.microsoft.com/office/drawing/2014/main" id="{7CC93373-1FB2-3B59-AA3C-7FF3563118D6}"/>
                </a:ext>
              </a:extLst>
            </p:cNvPr>
            <p:cNvSpPr/>
            <p:nvPr/>
          </p:nvSpPr>
          <p:spPr>
            <a:xfrm>
              <a:off x="704454" y="2091135"/>
              <a:ext cx="6210399" cy="890389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  <p:txBody>
            <a:bodyPr/>
            <a:lstStyle/>
            <a:p>
              <a:endParaRPr lang="de-AT" sz="1500"/>
            </a:p>
          </p:txBody>
        </p:sp>
        <p:sp>
          <p:nvSpPr>
            <p:cNvPr id="12" name="Text 3">
              <a:extLst>
                <a:ext uri="{FF2B5EF4-FFF2-40B4-BE49-F238E27FC236}">
                  <a16:creationId xmlns:a16="http://schemas.microsoft.com/office/drawing/2014/main" id="{D84C85B0-0F79-DBB0-07E5-84AB9DFFB802}"/>
                </a:ext>
              </a:extLst>
            </p:cNvPr>
            <p:cNvSpPr/>
            <p:nvPr/>
          </p:nvSpPr>
          <p:spPr>
            <a:xfrm>
              <a:off x="904578" y="2217142"/>
              <a:ext cx="1667868" cy="3191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sz="1542">
                  <a:solidFill>
                    <a:srgbClr val="272525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Frontend - Backend</a:t>
              </a:r>
              <a:endParaRPr lang="en-US" sz="1542"/>
            </a:p>
          </p:txBody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5A6AF2DC-3DCC-B4E5-73A9-0F4F92F6156D}"/>
                </a:ext>
              </a:extLst>
            </p:cNvPr>
            <p:cNvSpPr/>
            <p:nvPr/>
          </p:nvSpPr>
          <p:spPr>
            <a:xfrm>
              <a:off x="2977654" y="2217142"/>
              <a:ext cx="1664693" cy="3191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sz="1542">
                  <a:solidFill>
                    <a:srgbClr val="272525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HTTP (REST-API)</a:t>
              </a:r>
              <a:endParaRPr lang="en-US" sz="1542"/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AEB379E9-ADA5-C049-E4A3-2A49F35DDC70}"/>
                </a:ext>
              </a:extLst>
            </p:cNvPr>
            <p:cNvSpPr/>
            <p:nvPr/>
          </p:nvSpPr>
          <p:spPr>
            <a:xfrm>
              <a:off x="5047556" y="2217143"/>
              <a:ext cx="1667868" cy="6383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sz="1542">
                  <a:solidFill>
                    <a:srgbClr val="272525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Steuerbefehle &amp; Datenabfrage</a:t>
              </a:r>
              <a:endParaRPr lang="en-US" sz="1542"/>
            </a:p>
          </p:txBody>
        </p:sp>
        <p:sp>
          <p:nvSpPr>
            <p:cNvPr id="15" name="Shape 6">
              <a:extLst>
                <a:ext uri="{FF2B5EF4-FFF2-40B4-BE49-F238E27FC236}">
                  <a16:creationId xmlns:a16="http://schemas.microsoft.com/office/drawing/2014/main" id="{19146000-BAD0-EAE6-3CC8-3AC2BE5DC409}"/>
                </a:ext>
              </a:extLst>
            </p:cNvPr>
            <p:cNvSpPr/>
            <p:nvPr/>
          </p:nvSpPr>
          <p:spPr>
            <a:xfrm>
              <a:off x="704454" y="2981524"/>
              <a:ext cx="6210399" cy="890389"/>
            </a:xfrm>
            <a:prstGeom prst="rect">
              <a:avLst/>
            </a:prstGeom>
            <a:solidFill>
              <a:srgbClr val="000000">
                <a:alpha val="4000"/>
              </a:srgbClr>
            </a:solidFill>
            <a:ln/>
          </p:spPr>
          <p:txBody>
            <a:bodyPr/>
            <a:lstStyle/>
            <a:p>
              <a:endParaRPr lang="de-AT" sz="1500"/>
            </a:p>
          </p:txBody>
        </p:sp>
        <p:sp>
          <p:nvSpPr>
            <p:cNvPr id="16" name="Text 7">
              <a:extLst>
                <a:ext uri="{FF2B5EF4-FFF2-40B4-BE49-F238E27FC236}">
                  <a16:creationId xmlns:a16="http://schemas.microsoft.com/office/drawing/2014/main" id="{FC73738F-72AC-4E36-CBB3-A00865037DC4}"/>
                </a:ext>
              </a:extLst>
            </p:cNvPr>
            <p:cNvSpPr/>
            <p:nvPr/>
          </p:nvSpPr>
          <p:spPr>
            <a:xfrm>
              <a:off x="904578" y="3107532"/>
              <a:ext cx="1667868" cy="3191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sz="1542">
                  <a:solidFill>
                    <a:srgbClr val="272525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Backend - mBot</a:t>
              </a:r>
              <a:endParaRPr lang="en-US" sz="1542"/>
            </a:p>
          </p:txBody>
        </p:sp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18DEA98F-AB08-3706-8530-848C99BACFBD}"/>
                </a:ext>
              </a:extLst>
            </p:cNvPr>
            <p:cNvSpPr/>
            <p:nvPr/>
          </p:nvSpPr>
          <p:spPr>
            <a:xfrm>
              <a:off x="2977654" y="3107532"/>
              <a:ext cx="1664693" cy="3191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sz="1542">
                  <a:solidFill>
                    <a:srgbClr val="272525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UDP</a:t>
              </a:r>
              <a:endParaRPr lang="en-US" sz="1542"/>
            </a:p>
          </p:txBody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D2FA37D8-C327-7E24-7524-BAC5D39688A4}"/>
                </a:ext>
              </a:extLst>
            </p:cNvPr>
            <p:cNvSpPr/>
            <p:nvPr/>
          </p:nvSpPr>
          <p:spPr>
            <a:xfrm>
              <a:off x="5047556" y="3107532"/>
              <a:ext cx="1667868" cy="6383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sz="1542">
                  <a:solidFill>
                    <a:srgbClr val="272525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Steuerbefehle &amp; Sensordaten</a:t>
              </a:r>
              <a:endParaRPr lang="en-US" sz="1542"/>
            </a:p>
          </p:txBody>
        </p:sp>
        <p:sp>
          <p:nvSpPr>
            <p:cNvPr id="19" name="Shape 10">
              <a:extLst>
                <a:ext uri="{FF2B5EF4-FFF2-40B4-BE49-F238E27FC236}">
                  <a16:creationId xmlns:a16="http://schemas.microsoft.com/office/drawing/2014/main" id="{E7C80B24-AE0A-2B5E-7553-DF816D170449}"/>
                </a:ext>
              </a:extLst>
            </p:cNvPr>
            <p:cNvSpPr/>
            <p:nvPr/>
          </p:nvSpPr>
          <p:spPr>
            <a:xfrm>
              <a:off x="704454" y="3871913"/>
              <a:ext cx="6210399" cy="890389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  <p:txBody>
            <a:bodyPr/>
            <a:lstStyle/>
            <a:p>
              <a:endParaRPr lang="de-AT" sz="1500"/>
            </a:p>
          </p:txBody>
        </p: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954B3FCC-563E-E9A2-6262-4211FC1242C3}"/>
                </a:ext>
              </a:extLst>
            </p:cNvPr>
            <p:cNvSpPr/>
            <p:nvPr/>
          </p:nvSpPr>
          <p:spPr>
            <a:xfrm>
              <a:off x="904578" y="3997920"/>
              <a:ext cx="1667868" cy="6383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sz="1542">
                  <a:solidFill>
                    <a:srgbClr val="272525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Backend - Datenbank</a:t>
              </a:r>
              <a:endParaRPr lang="en-US" sz="1542"/>
            </a:p>
          </p:txBody>
        </p:sp>
        <p:sp>
          <p:nvSpPr>
            <p:cNvPr id="21" name="Text 12">
              <a:extLst>
                <a:ext uri="{FF2B5EF4-FFF2-40B4-BE49-F238E27FC236}">
                  <a16:creationId xmlns:a16="http://schemas.microsoft.com/office/drawing/2014/main" id="{EFED9DF0-366C-84A5-A9F0-FE2B04DDED62}"/>
                </a:ext>
              </a:extLst>
            </p:cNvPr>
            <p:cNvSpPr/>
            <p:nvPr/>
          </p:nvSpPr>
          <p:spPr>
            <a:xfrm>
              <a:off x="2977654" y="3997920"/>
              <a:ext cx="1664693" cy="6383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sz="1542">
                  <a:solidFill>
                    <a:srgbClr val="272525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Mongoose (MongoDB)</a:t>
              </a:r>
              <a:endParaRPr lang="en-US" sz="1542"/>
            </a:p>
          </p:txBody>
        </p:sp>
        <p:sp>
          <p:nvSpPr>
            <p:cNvPr id="22" name="Text 13">
              <a:extLst>
                <a:ext uri="{FF2B5EF4-FFF2-40B4-BE49-F238E27FC236}">
                  <a16:creationId xmlns:a16="http://schemas.microsoft.com/office/drawing/2014/main" id="{BCFCFC10-F518-8259-D0CE-1787769C8E95}"/>
                </a:ext>
              </a:extLst>
            </p:cNvPr>
            <p:cNvSpPr/>
            <p:nvPr/>
          </p:nvSpPr>
          <p:spPr>
            <a:xfrm>
              <a:off x="5047556" y="3997920"/>
              <a:ext cx="1667868" cy="6383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sz="1542">
                  <a:solidFill>
                    <a:srgbClr val="272525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Daten speichern und lesen</a:t>
              </a:r>
              <a:endParaRPr lang="en-US" sz="1542"/>
            </a:p>
          </p:txBody>
        </p:sp>
        <p:sp>
          <p:nvSpPr>
            <p:cNvPr id="23" name="Shape 14">
              <a:extLst>
                <a:ext uri="{FF2B5EF4-FFF2-40B4-BE49-F238E27FC236}">
                  <a16:creationId xmlns:a16="http://schemas.microsoft.com/office/drawing/2014/main" id="{DCFEC76D-B34C-83D9-C963-76C1B22DC6F2}"/>
                </a:ext>
              </a:extLst>
            </p:cNvPr>
            <p:cNvSpPr/>
            <p:nvPr/>
          </p:nvSpPr>
          <p:spPr>
            <a:xfrm>
              <a:off x="711499" y="4768652"/>
              <a:ext cx="6210399" cy="890389"/>
            </a:xfrm>
            <a:prstGeom prst="rect">
              <a:avLst/>
            </a:prstGeom>
            <a:solidFill>
              <a:srgbClr val="000000">
                <a:alpha val="4000"/>
              </a:srgbClr>
            </a:solidFill>
            <a:ln/>
          </p:spPr>
          <p:txBody>
            <a:bodyPr/>
            <a:lstStyle/>
            <a:p>
              <a:endParaRPr lang="de-AT" sz="1500"/>
            </a:p>
          </p:txBody>
        </p:sp>
        <p:sp>
          <p:nvSpPr>
            <p:cNvPr id="24" name="Text 15">
              <a:extLst>
                <a:ext uri="{FF2B5EF4-FFF2-40B4-BE49-F238E27FC236}">
                  <a16:creationId xmlns:a16="http://schemas.microsoft.com/office/drawing/2014/main" id="{51B11FA4-5C18-D294-3A36-90A2039AE957}"/>
                </a:ext>
              </a:extLst>
            </p:cNvPr>
            <p:cNvSpPr/>
            <p:nvPr/>
          </p:nvSpPr>
          <p:spPr>
            <a:xfrm>
              <a:off x="904578" y="4888309"/>
              <a:ext cx="1667868" cy="3191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sz="1542">
                  <a:solidFill>
                    <a:srgbClr val="272525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Backend - Tools</a:t>
              </a:r>
              <a:endParaRPr lang="en-US" sz="1542"/>
            </a:p>
          </p:txBody>
        </p:sp>
        <p:sp>
          <p:nvSpPr>
            <p:cNvPr id="25" name="Text 16">
              <a:extLst>
                <a:ext uri="{FF2B5EF4-FFF2-40B4-BE49-F238E27FC236}">
                  <a16:creationId xmlns:a16="http://schemas.microsoft.com/office/drawing/2014/main" id="{F8E99BF0-76E6-7DE2-1437-A6A443E78146}"/>
                </a:ext>
              </a:extLst>
            </p:cNvPr>
            <p:cNvSpPr/>
            <p:nvPr/>
          </p:nvSpPr>
          <p:spPr>
            <a:xfrm>
              <a:off x="2977654" y="4888309"/>
              <a:ext cx="1664693" cy="3191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sz="1542">
                  <a:solidFill>
                    <a:srgbClr val="272525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HTTP / Git</a:t>
              </a:r>
              <a:endParaRPr lang="en-US" sz="1542"/>
            </a:p>
          </p:txBody>
        </p:sp>
        <p:sp>
          <p:nvSpPr>
            <p:cNvPr id="26" name="Text 17">
              <a:extLst>
                <a:ext uri="{FF2B5EF4-FFF2-40B4-BE49-F238E27FC236}">
                  <a16:creationId xmlns:a16="http://schemas.microsoft.com/office/drawing/2014/main" id="{BC320C87-CB51-499F-402D-956822AC4133}"/>
                </a:ext>
              </a:extLst>
            </p:cNvPr>
            <p:cNvSpPr/>
            <p:nvPr/>
          </p:nvSpPr>
          <p:spPr>
            <a:xfrm>
              <a:off x="5047556" y="4888309"/>
              <a:ext cx="1667868" cy="6383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sz="1542">
                  <a:solidFill>
                    <a:srgbClr val="272525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API Tests &amp; </a:t>
              </a:r>
              <a:r>
                <a:rPr lang="en-US" sz="1542" err="1">
                  <a:solidFill>
                    <a:srgbClr val="272525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Codeverwaltung</a:t>
              </a:r>
              <a:endParaRPr lang="en-US" sz="1542"/>
            </a:p>
          </p:txBody>
        </p:sp>
      </p:grpSp>
    </p:spTree>
    <p:extLst>
      <p:ext uri="{BB962C8B-B14F-4D97-AF65-F5344CB8AC3E}">
        <p14:creationId xmlns:p14="http://schemas.microsoft.com/office/powerpoint/2010/main" val="4184655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14D642-22B8-C76B-5D09-F8132BB4D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513" y="631343"/>
            <a:ext cx="2830974" cy="1325563"/>
          </a:xfrm>
        </p:spPr>
        <p:txBody>
          <a:bodyPr/>
          <a:lstStyle/>
          <a:p>
            <a:r>
              <a:rPr lang="de-AT"/>
              <a:t> TechStack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2D000CD-C7AD-A1ED-508E-F28705039E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2425317"/>
              </p:ext>
            </p:extLst>
          </p:nvPr>
        </p:nvGraphicFramePr>
        <p:xfrm>
          <a:off x="473115" y="2945988"/>
          <a:ext cx="11245770" cy="2708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9725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8329117-7FF0-E73A-0A85-C2E56A7B9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de-AT" sz="5400" b="1"/>
              <a:t>API-Endpoints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1E3E02-7C0F-B1BB-2FE0-58B3517DE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lvl="1"/>
            <a:r>
              <a:rPr lang="de-AT" sz="2000"/>
              <a:t>POST/</a:t>
            </a:r>
            <a:r>
              <a:rPr lang="de-AT" sz="2000" err="1"/>
              <a:t>move</a:t>
            </a:r>
            <a:endParaRPr lang="de-AT" sz="2000"/>
          </a:p>
          <a:p>
            <a:pPr lvl="1"/>
            <a:r>
              <a:rPr lang="de-AT" sz="2000"/>
              <a:t>POST/start-</a:t>
            </a:r>
            <a:r>
              <a:rPr lang="de-AT" sz="2000" err="1"/>
              <a:t>recording</a:t>
            </a:r>
            <a:endParaRPr lang="de-AT" sz="2000"/>
          </a:p>
          <a:p>
            <a:pPr lvl="1"/>
            <a:r>
              <a:rPr lang="de-AT" sz="2000"/>
              <a:t>POST/</a:t>
            </a:r>
            <a:r>
              <a:rPr lang="de-AT" sz="2000" err="1"/>
              <a:t>stop-recording</a:t>
            </a:r>
            <a:endParaRPr lang="de-AT" sz="2000"/>
          </a:p>
          <a:p>
            <a:pPr lvl="1"/>
            <a:r>
              <a:rPr lang="de-AT" sz="2000"/>
              <a:t>GET/track</a:t>
            </a:r>
          </a:p>
          <a:p>
            <a:pPr lvl="1"/>
            <a:r>
              <a:rPr lang="de-AT" sz="2000"/>
              <a:t>POST/</a:t>
            </a:r>
            <a:r>
              <a:rPr lang="de-AT" sz="2000" err="1"/>
              <a:t>replay</a:t>
            </a:r>
          </a:p>
          <a:p>
            <a:pPr lvl="1"/>
            <a:r>
              <a:rPr lang="de-AT" sz="2000"/>
              <a:t>POST/</a:t>
            </a:r>
            <a:r>
              <a:rPr lang="de-AT" sz="2000" err="1"/>
              <a:t>execute-map</a:t>
            </a:r>
            <a:endParaRPr lang="de-AT" sz="2000"/>
          </a:p>
          <a:p>
            <a:pPr lvl="1"/>
            <a:r>
              <a:rPr lang="de-AT" sz="2000"/>
              <a:t>GET/</a:t>
            </a:r>
            <a:r>
              <a:rPr lang="de-AT" sz="2000" err="1"/>
              <a:t>status</a:t>
            </a:r>
          </a:p>
          <a:p>
            <a:pPr lvl="1"/>
            <a:r>
              <a:rPr lang="de-AT" sz="2000"/>
              <a:t>POST/</a:t>
            </a:r>
            <a:r>
              <a:rPr lang="de-AT" sz="2000" err="1"/>
              <a:t>led</a:t>
            </a:r>
            <a:endParaRPr lang="de-AT" sz="2000"/>
          </a:p>
          <a:p>
            <a:pPr lvl="1"/>
            <a:r>
              <a:rPr lang="de-AT" sz="2000"/>
              <a:t>GET/sensor-</a:t>
            </a:r>
            <a:r>
              <a:rPr lang="de-AT" sz="2000" err="1"/>
              <a:t>data</a:t>
            </a:r>
          </a:p>
          <a:p>
            <a:pPr lvl="1"/>
            <a:r>
              <a:rPr lang="de-AT" sz="2000"/>
              <a:t>GET/</a:t>
            </a:r>
            <a:r>
              <a:rPr lang="de-AT" sz="2000" err="1"/>
              <a:t>cartography</a:t>
            </a:r>
            <a:endParaRPr lang="de-AT" sz="2000"/>
          </a:p>
          <a:p>
            <a:pPr lvl="1"/>
            <a:r>
              <a:rPr lang="de-AT" sz="2000"/>
              <a:t>POST/</a:t>
            </a:r>
            <a:r>
              <a:rPr lang="de-AT" sz="2000" err="1"/>
              <a:t>stopcartography</a:t>
            </a:r>
            <a:endParaRPr lang="de-AT" sz="200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EBC8F1A-6A8E-9794-86DD-4B9A1451F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614" y="329183"/>
            <a:ext cx="3380667" cy="342996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2ED7034-C3F7-1967-3996-8F6696FB0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614" y="4013568"/>
            <a:ext cx="3386545" cy="251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53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EF87A3-55B0-55EC-897F-3EF66E26A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Demo Code </a:t>
            </a:r>
            <a:r>
              <a:rPr lang="en-US" sz="4000">
                <a:solidFill>
                  <a:srgbClr val="FFFFFF"/>
                </a:solidFill>
                <a:sym typeface="Wingdings" panose="05000000000000000000" pitchFamily="2" charset="2"/>
              </a:rPr>
              <a:t> Move</a:t>
            </a:r>
            <a:endParaRPr lang="en-US" sz="4000">
              <a:solidFill>
                <a:srgbClr val="FFFFFF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784ADB5-0C34-EE59-E26C-CF7C485AE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11" y="2696311"/>
            <a:ext cx="4528981" cy="344683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2873C5B-C09A-84F4-D4EE-5085661F1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217" y="4419728"/>
            <a:ext cx="5530307" cy="1789649"/>
          </a:xfrm>
          <a:prstGeom prst="rect">
            <a:avLst/>
          </a:prstGeom>
        </p:spPr>
      </p:pic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C27E948-49B5-2F7F-A6A5-9F1BB85414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250194" y="2440056"/>
            <a:ext cx="5240354" cy="133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90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F3264B-581F-78AB-9A35-8D6AD6AA8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85" y="741391"/>
            <a:ext cx="3443514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Kartografie</a:t>
            </a:r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Rastersuche</a:t>
            </a:r>
            <a:endParaRPr lang="en-US" sz="3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nhaltsplatzhalter 3" descr="Ein Bild, das Diagramm, Plan, Rechteck, technische Zeichnung enthält.&#10;&#10;KI-generierte Inhalte können fehlerhaft sein.">
            <a:extLst>
              <a:ext uri="{FF2B5EF4-FFF2-40B4-BE49-F238E27FC236}">
                <a16:creationId xmlns:a16="http://schemas.microsoft.com/office/drawing/2014/main" id="{733DEF9A-9399-DE8D-BC70-EC77E7E82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7114" y="1491062"/>
            <a:ext cx="6449549" cy="3805233"/>
          </a:xfrm>
          <a:prstGeom prst="rect">
            <a:avLst/>
          </a:prstGeom>
          <a:noFill/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27A875B1-B7D5-AA3C-05A3-BA18A91328B0}"/>
              </a:ext>
            </a:extLst>
          </p:cNvPr>
          <p:cNvSpPr txBox="1"/>
          <p:nvPr/>
        </p:nvSpPr>
        <p:spPr>
          <a:xfrm>
            <a:off x="7910285" y="2533476"/>
            <a:ext cx="3443514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Raum </a:t>
            </a:r>
            <a:r>
              <a:rPr lang="en-US" sz="2000" err="1"/>
              <a:t>wird</a:t>
            </a:r>
            <a:r>
              <a:rPr lang="en-US" sz="2000"/>
              <a:t> </a:t>
            </a:r>
            <a:r>
              <a:rPr lang="en-US" sz="2000" err="1"/>
              <a:t>systematisch</a:t>
            </a:r>
            <a:r>
              <a:rPr lang="en-US" sz="2000"/>
              <a:t> </a:t>
            </a:r>
            <a:r>
              <a:rPr lang="en-US" sz="2000" err="1"/>
              <a:t>abgefahren</a:t>
            </a: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/>
              <a:t>Theorie</a:t>
            </a:r>
            <a:r>
              <a:rPr lang="en-US" sz="2000"/>
              <a:t>: </a:t>
            </a:r>
            <a:r>
              <a:rPr lang="en-US" sz="2000" err="1"/>
              <a:t>genau</a:t>
            </a:r>
            <a:r>
              <a:rPr lang="en-US" sz="2000"/>
              <a:t> &amp; gut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Praxis: </a:t>
            </a:r>
            <a:r>
              <a:rPr lang="en-US" sz="2000" err="1"/>
              <a:t>mBot</a:t>
            </a:r>
            <a:r>
              <a:rPr lang="en-US" sz="2000"/>
              <a:t> </a:t>
            </a:r>
            <a:r>
              <a:rPr lang="en-US" sz="2000" err="1"/>
              <a:t>fährt</a:t>
            </a:r>
            <a:r>
              <a:rPr lang="en-US" sz="2000"/>
              <a:t> </a:t>
            </a:r>
            <a:r>
              <a:rPr lang="en-US" sz="2000" err="1"/>
              <a:t>nicht</a:t>
            </a:r>
            <a:r>
              <a:rPr lang="en-US" sz="2000"/>
              <a:t> </a:t>
            </a:r>
            <a:r>
              <a:rPr lang="en-US" sz="2000" err="1"/>
              <a:t>exakt</a:t>
            </a:r>
            <a:r>
              <a:rPr lang="en-US" sz="2000"/>
              <a:t> </a:t>
            </a:r>
            <a:r>
              <a:rPr lang="en-US" sz="2000" err="1"/>
              <a:t>geradeaus</a:t>
            </a:r>
            <a:r>
              <a:rPr lang="en-US" sz="2000"/>
              <a:t>  </a:t>
            </a:r>
            <a:r>
              <a:rPr lang="en-US" sz="2000">
                <a:sym typeface="Wingdings" panose="05000000000000000000" pitchFamily="2" charset="2"/>
              </a:rPr>
              <a:t></a:t>
            </a:r>
            <a:r>
              <a:rPr lang="en-US" sz="2000"/>
              <a:t>Fehler </a:t>
            </a:r>
            <a:r>
              <a:rPr lang="en-US" sz="2000" err="1"/>
              <a:t>summieren</a:t>
            </a:r>
            <a:r>
              <a:rPr lang="en-US" sz="2000"/>
              <a:t> </a:t>
            </a:r>
            <a:r>
              <a:rPr lang="en-US" sz="2000" err="1"/>
              <a:t>sich</a:t>
            </a: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/>
              <a:t>Ergebnis</a:t>
            </a:r>
            <a:r>
              <a:rPr lang="en-US" sz="2000"/>
              <a:t>: </a:t>
            </a:r>
            <a:r>
              <a:rPr lang="en-US" sz="2000" err="1"/>
              <a:t>Rasterbefahrung</a:t>
            </a:r>
            <a:r>
              <a:rPr lang="en-US" sz="2000"/>
              <a:t> </a:t>
            </a:r>
            <a:r>
              <a:rPr lang="en-US" sz="2000" err="1"/>
              <a:t>ungenau</a:t>
            </a:r>
            <a:r>
              <a:rPr lang="en-US" sz="2000"/>
              <a:t>, unpraktisch</a:t>
            </a:r>
          </a:p>
        </p:txBody>
      </p:sp>
      <p:grpSp>
        <p:nvGrpSpPr>
          <p:cNvPr id="23" name="Group 18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24" name="Rectangle 19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0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0553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90E197-379C-5096-A681-EC4F7FDCA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Kartografie Random Search</a:t>
            </a:r>
          </a:p>
        </p:txBody>
      </p:sp>
      <p:pic>
        <p:nvPicPr>
          <p:cNvPr id="6" name="Inhaltsplatzhalter 5" descr="Ein Bild, das Diagramm, Reihe, Design, Origami enthält.&#10;&#10;KI-generierte Inhalte können fehlerhaft sein.">
            <a:extLst>
              <a:ext uri="{FF2B5EF4-FFF2-40B4-BE49-F238E27FC236}">
                <a16:creationId xmlns:a16="http://schemas.microsoft.com/office/drawing/2014/main" id="{E91BEDD5-BBC7-7948-C2E1-5E03CB9CF0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106" b="3353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1D16E9EB-B181-DDD5-51F2-8FA355D22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982" y="3752850"/>
            <a:ext cx="7485413" cy="24526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de-DE" b="0" i="0" u="none" strike="noStrike" cap="none" normalizeH="0" baseline="0" err="1">
                <a:ln>
                  <a:noFill/>
                </a:ln>
                <a:effectLst/>
              </a:rPr>
              <a:t>Fährt</a:t>
            </a:r>
            <a:r>
              <a:rPr kumimoji="0" lang="en-US" altLang="de-DE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de-DE" b="0" i="0" u="none" strike="noStrike" cap="none" normalizeH="0" baseline="0" err="1">
                <a:ln>
                  <a:noFill/>
                </a:ln>
                <a:effectLst/>
              </a:rPr>
              <a:t>geradeaus</a:t>
            </a:r>
            <a:r>
              <a:rPr kumimoji="0" lang="en-US" altLang="de-DE" b="0" i="0" u="none" strike="noStrike" cap="none" normalizeH="0" baseline="0">
                <a:ln>
                  <a:noFill/>
                </a:ln>
                <a:effectLst/>
              </a:rPr>
              <a:t> bis </a:t>
            </a:r>
            <a:r>
              <a:rPr kumimoji="0" lang="en-US" altLang="de-DE" b="0" i="0" u="none" strike="noStrike" cap="none" normalizeH="0" baseline="0" err="1">
                <a:ln>
                  <a:noFill/>
                </a:ln>
                <a:effectLst/>
              </a:rPr>
              <a:t>Hindernis</a:t>
            </a:r>
            <a:endParaRPr kumimoji="0" lang="en-US" altLang="de-DE" b="0" i="0" u="none" strike="noStrike" cap="none" normalizeH="0" baseline="0">
              <a:ln>
                <a:noFill/>
              </a:ln>
              <a:effectLst/>
            </a:endParaRPr>
          </a:p>
          <a:p>
            <a:pPr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de-DE" b="0" i="0" u="none" strike="noStrike" cap="none" normalizeH="0" baseline="0" err="1">
                <a:ln>
                  <a:noFill/>
                </a:ln>
                <a:effectLst/>
              </a:rPr>
              <a:t>Erfasst</a:t>
            </a:r>
            <a:r>
              <a:rPr kumimoji="0" lang="en-US" altLang="de-DE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de-DE" b="0" i="0" u="none" strike="noStrike" cap="none" normalizeH="0" baseline="0" err="1">
                <a:ln>
                  <a:noFill/>
                </a:ln>
                <a:effectLst/>
              </a:rPr>
              <a:t>Distanz</a:t>
            </a:r>
            <a:r>
              <a:rPr kumimoji="0" lang="en-US" altLang="de-DE" b="0" i="0" u="none" strike="noStrike" cap="none" normalizeH="0" baseline="0">
                <a:ln>
                  <a:noFill/>
                </a:ln>
                <a:effectLst/>
              </a:rPr>
              <a:t> &amp; </a:t>
            </a:r>
            <a:r>
              <a:rPr kumimoji="0" lang="en-US" altLang="de-DE" b="0" i="0" u="none" strike="noStrike" cap="none" normalizeH="0" baseline="0" err="1">
                <a:ln>
                  <a:noFill/>
                </a:ln>
                <a:effectLst/>
              </a:rPr>
              <a:t>Drehwinkel</a:t>
            </a:r>
            <a:r>
              <a:rPr kumimoji="0" lang="en-US" altLang="de-DE" b="0" i="0" u="none" strike="noStrike" cap="none" normalizeH="0" baseline="0">
                <a:ln>
                  <a:noFill/>
                </a:ln>
                <a:effectLst/>
              </a:rPr>
              <a:t> i</a:t>
            </a:r>
            <a:r>
              <a:rPr lang="en-US" altLang="de-DE"/>
              <a:t>n </a:t>
            </a:r>
            <a:r>
              <a:rPr lang="en-US" altLang="de-DE" err="1"/>
              <a:t>Liste</a:t>
            </a:r>
            <a:endParaRPr lang="en-US" altLang="de-DE"/>
          </a:p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de-DE" err="1"/>
              <a:t>Dreht</a:t>
            </a:r>
            <a:r>
              <a:rPr lang="en-US" altLang="de-DE"/>
              <a:t> </a:t>
            </a:r>
            <a:r>
              <a:rPr lang="en-US" altLang="de-DE" err="1"/>
              <a:t>sich</a:t>
            </a:r>
            <a:r>
              <a:rPr lang="en-US" altLang="de-DE"/>
              <a:t> </a:t>
            </a:r>
            <a:r>
              <a:rPr lang="en-US" altLang="de-DE" err="1"/>
              <a:t>zufällig</a:t>
            </a:r>
            <a:r>
              <a:rPr lang="en-US" altLang="de-DE"/>
              <a:t>, </a:t>
            </a:r>
            <a:r>
              <a:rPr lang="en-US" altLang="de-DE" err="1"/>
              <a:t>fährt</a:t>
            </a:r>
            <a:r>
              <a:rPr lang="en-US" altLang="de-DE"/>
              <a:t> </a:t>
            </a:r>
            <a:r>
              <a:rPr lang="en-US" altLang="de-DE" err="1"/>
              <a:t>weiter</a:t>
            </a:r>
            <a:endParaRPr lang="en-US" altLang="de-DE"/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de-DE" b="0" i="0" u="none" strike="noStrike" cap="none" normalizeH="0" baseline="0">
                <a:ln>
                  <a:noFill/>
                </a:ln>
                <a:effectLst/>
              </a:rPr>
              <a:t>Robust </a:t>
            </a:r>
            <a:r>
              <a:rPr kumimoji="0" lang="en-US" altLang="de-DE" b="0" i="0" u="none" strike="noStrike" cap="none" normalizeH="0" baseline="0" err="1">
                <a:ln>
                  <a:noFill/>
                </a:ln>
                <a:effectLst/>
              </a:rPr>
              <a:t>gegen</a:t>
            </a:r>
            <a:r>
              <a:rPr kumimoji="0" lang="en-US" altLang="de-DE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de-DE" b="0" i="0" u="none" strike="noStrike" cap="none" normalizeH="0" baseline="0" err="1">
                <a:ln>
                  <a:noFill/>
                </a:ln>
                <a:effectLst/>
              </a:rPr>
              <a:t>Fahrabweichungen</a:t>
            </a:r>
            <a:endParaRPr kumimoji="0" lang="en-US" altLang="de-DE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de-DE" b="0" i="0" u="none" strike="noStrike" cap="none" normalizeH="0" baseline="0">
                <a:ln>
                  <a:noFill/>
                </a:ln>
                <a:effectLst/>
              </a:rPr>
              <a:t>Trotz </a:t>
            </a:r>
            <a:r>
              <a:rPr kumimoji="0" lang="en-US" altLang="de-DE" b="0" i="0" u="none" strike="noStrike" cap="none" normalizeH="0" baseline="0" err="1">
                <a:ln>
                  <a:noFill/>
                </a:ln>
                <a:effectLst/>
              </a:rPr>
              <a:t>Fehleranfälligkeit</a:t>
            </a:r>
            <a:r>
              <a:rPr kumimoji="0" lang="en-US" altLang="de-DE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de-DE" b="0" i="0" u="none" strike="noStrike" cap="none" normalizeH="0" baseline="0" err="1">
                <a:ln>
                  <a:noFill/>
                </a:ln>
                <a:effectLst/>
              </a:rPr>
              <a:t>deutlich</a:t>
            </a:r>
            <a:r>
              <a:rPr kumimoji="0" lang="en-US" altLang="de-DE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de-DE" b="0" i="0" u="none" strike="noStrike" cap="none" normalizeH="0" baseline="0" err="1">
                <a:ln>
                  <a:noFill/>
                </a:ln>
                <a:effectLst/>
              </a:rPr>
              <a:t>zuverlässiger</a:t>
            </a:r>
            <a:r>
              <a:rPr kumimoji="0" lang="en-US" altLang="de-DE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de-DE" b="0" i="0" u="none" strike="noStrike" cap="none" normalizeH="0" baseline="0" err="1">
                <a:ln>
                  <a:noFill/>
                </a:ln>
                <a:effectLst/>
              </a:rPr>
              <a:t>als</a:t>
            </a:r>
            <a:r>
              <a:rPr kumimoji="0" lang="en-US" altLang="de-DE" b="0" i="0" u="none" strike="noStrike" cap="none" normalizeH="0" baseline="0">
                <a:ln>
                  <a:noFill/>
                </a:ln>
                <a:effectLst/>
              </a:rPr>
              <a:t> Raster</a:t>
            </a:r>
          </a:p>
        </p:txBody>
      </p:sp>
    </p:spTree>
    <p:extLst>
      <p:ext uri="{BB962C8B-B14F-4D97-AF65-F5344CB8AC3E}">
        <p14:creationId xmlns:p14="http://schemas.microsoft.com/office/powerpoint/2010/main" val="3676261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557AF2-AD60-7CC4-E3DC-79571DCD7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Demo Code </a:t>
            </a:r>
            <a:r>
              <a:rPr lang="de-DE">
                <a:sym typeface="Wingdings" panose="05000000000000000000" pitchFamily="2" charset="2"/>
              </a:rPr>
              <a:t></a:t>
            </a:r>
            <a:r>
              <a:rPr lang="de-DE"/>
              <a:t> Kartografie</a:t>
            </a:r>
            <a:endParaRPr lang="de-AT"/>
          </a:p>
        </p:txBody>
      </p:sp>
      <p:pic>
        <p:nvPicPr>
          <p:cNvPr id="4" name="Content Placeholder 3" descr="Ein Bild, das Text, Schrift, Screenshot, Zahl enthält.&#10;&#10;KI-generierte Inhalte können fehlerhaft sein.">
            <a:extLst>
              <a:ext uri="{FF2B5EF4-FFF2-40B4-BE49-F238E27FC236}">
                <a16:creationId xmlns:a16="http://schemas.microsoft.com/office/drawing/2014/main" id="{86648DA0-94B4-1401-973E-72A6BB50D6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649" y="1456861"/>
            <a:ext cx="2762250" cy="1638300"/>
          </a:xfrm>
        </p:spPr>
      </p:pic>
      <p:pic>
        <p:nvPicPr>
          <p:cNvPr id="6" name="Grafik 5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8EE1A3EA-E1AB-D167-54DC-6BF622073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082" y="1455168"/>
            <a:ext cx="6410325" cy="1733550"/>
          </a:xfrm>
          <a:prstGeom prst="rect">
            <a:avLst/>
          </a:prstGeom>
        </p:spPr>
      </p:pic>
      <p:pic>
        <p:nvPicPr>
          <p:cNvPr id="7" name="Grafik 6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A76A4592-63F5-D727-5036-89BB40997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649" y="3527511"/>
            <a:ext cx="7448550" cy="2771775"/>
          </a:xfrm>
          <a:prstGeom prst="rect">
            <a:avLst/>
          </a:prstGeom>
        </p:spPr>
      </p:pic>
      <p:pic>
        <p:nvPicPr>
          <p:cNvPr id="9" name="Grafik 8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CEDBC416-B7AA-628F-F582-245B5E80B4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420" y="3709718"/>
            <a:ext cx="3457575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459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FF91D6-33C3-0452-B23C-49F1636DD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b="1"/>
              <a:t>Demo</a:t>
            </a:r>
            <a:r>
              <a:rPr lang="de-AT"/>
              <a:t> </a:t>
            </a:r>
            <a:r>
              <a:rPr lang="de-AT" b="1"/>
              <a:t>Vorführung</a:t>
            </a:r>
          </a:p>
        </p:txBody>
      </p:sp>
    </p:spTree>
    <p:extLst>
      <p:ext uri="{BB962C8B-B14F-4D97-AF65-F5344CB8AC3E}">
        <p14:creationId xmlns:p14="http://schemas.microsoft.com/office/powerpoint/2010/main" val="528940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8AEB7C-E3FE-025E-245E-260FA1B9B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Reaktionen auf Probleme</a:t>
            </a:r>
            <a:endParaRPr lang="de-AT"/>
          </a:p>
        </p:txBody>
      </p:sp>
      <p:graphicFrame>
        <p:nvGraphicFramePr>
          <p:cNvPr id="14" name="Inhaltsplatzhalter 2">
            <a:extLst>
              <a:ext uri="{FF2B5EF4-FFF2-40B4-BE49-F238E27FC236}">
                <a16:creationId xmlns:a16="http://schemas.microsoft.com/office/drawing/2014/main" id="{10456EC3-AD18-C188-032F-C1A66AB72A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1950863"/>
              </p:ext>
            </p:extLst>
          </p:nvPr>
        </p:nvGraphicFramePr>
        <p:xfrm>
          <a:off x="629373" y="1365813"/>
          <a:ext cx="10933253" cy="5007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4113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0CC9680-7237-B98E-ADE2-DA05E1A8A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de-DE" sz="4000" b="1">
                <a:solidFill>
                  <a:srgbClr val="FFFFFF"/>
                </a:solidFill>
              </a:rPr>
              <a:t>Was lief gut?</a:t>
            </a:r>
          </a:p>
        </p:txBody>
      </p:sp>
      <p:graphicFrame>
        <p:nvGraphicFramePr>
          <p:cNvPr id="7" name="Inhaltsplatzhalter 2">
            <a:extLst>
              <a:ext uri="{FF2B5EF4-FFF2-40B4-BE49-F238E27FC236}">
                <a16:creationId xmlns:a16="http://schemas.microsoft.com/office/drawing/2014/main" id="{05EE392D-A199-3357-B753-0DC36A446A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8629656"/>
              </p:ext>
            </p:extLst>
          </p:nvPr>
        </p:nvGraphicFramePr>
        <p:xfrm>
          <a:off x="4487452" y="511389"/>
          <a:ext cx="7341876" cy="60051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5278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04AD7C-4375-644C-BE5E-08052605E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Was war herausfordernd?</a:t>
            </a:r>
          </a:p>
        </p:txBody>
      </p:sp>
      <p:graphicFrame>
        <p:nvGraphicFramePr>
          <p:cNvPr id="6" name="Inhaltsplatzhalter 2">
            <a:extLst>
              <a:ext uri="{FF2B5EF4-FFF2-40B4-BE49-F238E27FC236}">
                <a16:creationId xmlns:a16="http://schemas.microsoft.com/office/drawing/2014/main" id="{95C24B81-2FD3-9EF1-A2A3-93C5235FA6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038324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2080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9D07A25-6463-307D-B6E1-95FA84A87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AT" sz="4000">
                <a:solidFill>
                  <a:srgbClr val="FFFFFF"/>
                </a:solidFill>
              </a:rPr>
              <a:t>Erkenntnisse / Lessons Learned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7B5EB9-55C3-C985-44AD-C3AADBCE6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309" y="2318197"/>
            <a:ext cx="11192719" cy="3932132"/>
          </a:xfrm>
        </p:spPr>
        <p:txBody>
          <a:bodyPr anchor="ctr">
            <a:normAutofit/>
          </a:bodyPr>
          <a:lstStyle/>
          <a:p>
            <a:r>
              <a:rPr lang="de-DE" sz="3200">
                <a:latin typeface="+mj-lt"/>
              </a:rPr>
              <a:t>Hardware-nahe Entwicklung braucht realistische Zeitpuffer</a:t>
            </a:r>
          </a:p>
          <a:p>
            <a:r>
              <a:rPr lang="de-DE" sz="3200">
                <a:latin typeface="+mj-lt"/>
              </a:rPr>
              <a:t>Trennung: Backend-Logik &amp; Hardwaresteuerung:</a:t>
            </a:r>
          </a:p>
          <a:p>
            <a:pPr lvl="1"/>
            <a:r>
              <a:rPr lang="de-AT" sz="3200">
                <a:latin typeface="+mj-lt"/>
              </a:rPr>
              <a:t>Änderungen an der API beeinflussen das Steuerungsskript </a:t>
            </a:r>
            <a:r>
              <a:rPr lang="de-DE" sz="3200">
                <a:latin typeface="+mj-lt"/>
              </a:rPr>
              <a:t>nicht</a:t>
            </a:r>
          </a:p>
          <a:p>
            <a:r>
              <a:rPr lang="de-DE" sz="3200">
                <a:latin typeface="+mj-lt"/>
              </a:rPr>
              <a:t>Gute Planung von Funktionen verhindert spätere Fehler</a:t>
            </a:r>
          </a:p>
          <a:p>
            <a:r>
              <a:rPr lang="de-DE" sz="3200">
                <a:latin typeface="+mj-lt"/>
              </a:rPr>
              <a:t>Mehrere Lösungswege überlegen</a:t>
            </a:r>
          </a:p>
          <a:p>
            <a:r>
              <a:rPr lang="de-DE" sz="3200">
                <a:latin typeface="+mj-lt"/>
              </a:rPr>
              <a:t>Gute API-Struktur erleichtert spätere Änderungen</a:t>
            </a:r>
            <a:endParaRPr lang="de-AT" sz="32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45886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machen Block Mbot Robotertechnologie Grußkarte">
            <a:extLst>
              <a:ext uri="{FF2B5EF4-FFF2-40B4-BE49-F238E27FC236}">
                <a16:creationId xmlns:a16="http://schemas.microsoft.com/office/drawing/2014/main" id="{04BBD411-9EBA-49D8-DB1A-F72997441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22" b="25486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ectangle 4104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F6ED737-B492-27CF-3E06-5B83DD82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402" y="743447"/>
            <a:ext cx="344576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Vielen Dank für eure Aufmerksamkeit!</a:t>
            </a:r>
          </a:p>
        </p:txBody>
      </p:sp>
    </p:spTree>
    <p:extLst>
      <p:ext uri="{BB962C8B-B14F-4D97-AF65-F5344CB8AC3E}">
        <p14:creationId xmlns:p14="http://schemas.microsoft.com/office/powerpoint/2010/main" val="962341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fc51fc9-74c8-455c-aaf0-754faa2f1259}" enabled="0" method="" siteId="{efc51fc9-74c8-455c-aaf0-754faa2f125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Widescreen</PresentationFormat>
  <Slides>20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</vt:lpstr>
      <vt:lpstr>SYP Projekt</vt:lpstr>
      <vt:lpstr>Inhalt</vt:lpstr>
      <vt:lpstr>Sprint 5 (21.5 – 4.6)</vt:lpstr>
      <vt:lpstr>Sprint Review:</vt:lpstr>
      <vt:lpstr>Sprint Velocity des Projekts</vt:lpstr>
      <vt:lpstr>Team</vt:lpstr>
      <vt:lpstr>Unsere Projektziele</vt:lpstr>
      <vt:lpstr>PowerPoint Presentation</vt:lpstr>
      <vt:lpstr> TechStack</vt:lpstr>
      <vt:lpstr>API-Endpoints</vt:lpstr>
      <vt:lpstr>Demo Code  Move</vt:lpstr>
      <vt:lpstr>Kartografie Rastersuche</vt:lpstr>
      <vt:lpstr>Kartografie Random Search</vt:lpstr>
      <vt:lpstr>Demo Code  Kartografie</vt:lpstr>
      <vt:lpstr>Demo Vorführung</vt:lpstr>
      <vt:lpstr>Reaktionen auf Probleme</vt:lpstr>
      <vt:lpstr>Was lief gut?</vt:lpstr>
      <vt:lpstr>Was war herausfordernd?</vt:lpstr>
      <vt:lpstr>Erkenntnisse / Lessons Learned</vt:lpstr>
      <vt:lpstr>Vielen Dank für eure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Ellmauthaler Philip</dc:creator>
  <cp:revision>1</cp:revision>
  <dcterms:created xsi:type="dcterms:W3CDTF">2025-05-21T06:32:04Z</dcterms:created>
  <dcterms:modified xsi:type="dcterms:W3CDTF">2025-06-10T10:57:55Z</dcterms:modified>
</cp:coreProperties>
</file>