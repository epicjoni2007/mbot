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61" r:id="rId5"/>
    <p:sldId id="367" r:id="rId6"/>
    <p:sldId id="582" r:id="rId7"/>
    <p:sldId id="570" r:id="rId8"/>
    <p:sldId id="584" r:id="rId9"/>
    <p:sldId id="583" r:id="rId10"/>
    <p:sldId id="585" r:id="rId11"/>
    <p:sldId id="586" r:id="rId1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6CD9A-CB93-4C37-BDB0-7214AECFEACA}" v="2" dt="2025-03-13T07:22:41.555"/>
    <p1510:client id="{800D0512-F401-4A63-8242-2FEBC4EC206F}" v="2" dt="2025-03-13T06:52:55.023"/>
    <p1510:client id="{862652BE-893D-44DE-806B-E00C76E1AA9A}" v="19" dt="2025-03-12T09:20:49.628"/>
    <p1510:client id="{8761454B-95FA-477F-9E57-737290389E02}" v="3" dt="2025-03-13T06:46:12.243"/>
    <p1510:client id="{9324234C-2BB1-4587-9708-87AE894F543A}" v="254" dt="2025-03-13T07:25:17.912"/>
    <p1510:client id="{F5189588-8648-473B-BB22-DDD7B89C69A0}" v="257" dt="2025-03-13T07:24:21.666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6"/>
        <p:guide pos="296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ner Florian" userId="S::florian.hafner@htl-saalfelden.at::b48d43ab-bf96-491b-90f5-9683a08bc007" providerId="AD" clId="Web-{8761454B-95FA-477F-9E57-737290389E02}"/>
    <pc:docChg chg="modSld">
      <pc:chgData name="Hafner Florian" userId="S::florian.hafner@htl-saalfelden.at::b48d43ab-bf96-491b-90f5-9683a08bc007" providerId="AD" clId="Web-{8761454B-95FA-477F-9E57-737290389E02}" dt="2025-03-13T06:46:12.243" v="3" actId="20577"/>
      <pc:docMkLst>
        <pc:docMk/>
      </pc:docMkLst>
      <pc:sldChg chg="modSp">
        <pc:chgData name="Hafner Florian" userId="S::florian.hafner@htl-saalfelden.at::b48d43ab-bf96-491b-90f5-9683a08bc007" providerId="AD" clId="Web-{8761454B-95FA-477F-9E57-737290389E02}" dt="2025-03-13T06:45:10.022" v="0" actId="1076"/>
        <pc:sldMkLst>
          <pc:docMk/>
          <pc:sldMk cId="0" sldId="583"/>
        </pc:sldMkLst>
        <pc:graphicFrameChg chg="mod">
          <ac:chgData name="Hafner Florian" userId="S::florian.hafner@htl-saalfelden.at::b48d43ab-bf96-491b-90f5-9683a08bc007" providerId="AD" clId="Web-{8761454B-95FA-477F-9E57-737290389E02}" dt="2025-03-13T06:45:10.022" v="0" actId="1076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">
        <pc:chgData name="Hafner Florian" userId="S::florian.hafner@htl-saalfelden.at::b48d43ab-bf96-491b-90f5-9683a08bc007" providerId="AD" clId="Web-{8761454B-95FA-477F-9E57-737290389E02}" dt="2025-03-13T06:46:12.243" v="3" actId="20577"/>
        <pc:sldMkLst>
          <pc:docMk/>
          <pc:sldMk cId="2046662241" sldId="585"/>
        </pc:sldMkLst>
        <pc:spChg chg="mod">
          <ac:chgData name="Hafner Florian" userId="S::florian.hafner@htl-saalfelden.at::b48d43ab-bf96-491b-90f5-9683a08bc007" providerId="AD" clId="Web-{8761454B-95FA-477F-9E57-737290389E02}" dt="2025-03-13T06:46:12.243" v="3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Ellmauthaler Philip" userId="S::philip.ellmauthaler@htl-saalfelden.at::5c6b7476-517f-484b-8d40-f259dc601a75" providerId="AD" clId="Web-{C446A411-6E7B-4B05-BB42-5944E34AF2B4}"/>
    <pc:docChg chg="modSld">
      <pc:chgData name="Ellmauthaler Philip" userId="S::philip.ellmauthaler@htl-saalfelden.at::5c6b7476-517f-484b-8d40-f259dc601a75" providerId="AD" clId="Web-{C446A411-6E7B-4B05-BB42-5944E34AF2B4}" dt="2025-02-06T08:20:49.494" v="7" actId="20577"/>
      <pc:docMkLst>
        <pc:docMk/>
      </pc:docMkLst>
      <pc:sldChg chg="modSp">
        <pc:chgData name="Ellmauthaler Philip" userId="S::philip.ellmauthaler@htl-saalfelden.at::5c6b7476-517f-484b-8d40-f259dc601a75" providerId="AD" clId="Web-{C446A411-6E7B-4B05-BB42-5944E34AF2B4}" dt="2025-02-06T08:20:32.463" v="1" actId="20577"/>
        <pc:sldMkLst>
          <pc:docMk/>
          <pc:sldMk cId="0" sldId="570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32.463" v="1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C446A411-6E7B-4B05-BB42-5944E34AF2B4}" dt="2025-02-06T08:20:49.494" v="7" actId="20577"/>
        <pc:sldMkLst>
          <pc:docMk/>
          <pc:sldMk cId="0" sldId="584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49.494" v="7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862652BE-893D-44DE-806B-E00C76E1AA9A}"/>
    <pc:docChg chg="modSld">
      <pc:chgData name="Ellmauthaler Philip" userId="S::philip.ellmauthaler@htl-saalfelden.at::5c6b7476-517f-484b-8d40-f259dc601a75" providerId="AD" clId="Web-{862652BE-893D-44DE-806B-E00C76E1AA9A}" dt="2025-03-12T09:20:48.846" v="9"/>
      <pc:docMkLst>
        <pc:docMk/>
      </pc:docMkLst>
      <pc:sldChg chg="modSp">
        <pc:chgData name="Ellmauthaler Philip" userId="S::philip.ellmauthaler@htl-saalfelden.at::5c6b7476-517f-484b-8d40-f259dc601a75" providerId="AD" clId="Web-{862652BE-893D-44DE-806B-E00C76E1AA9A}" dt="2025-03-12T09:20:48.846" v="9"/>
        <pc:sldMkLst>
          <pc:docMk/>
          <pc:sldMk cId="0" sldId="582"/>
        </pc:sldMkLst>
        <pc:graphicFrameChg chg="mod modGraphic">
          <ac:chgData name="Ellmauthaler Philip" userId="S::philip.ellmauthaler@htl-saalfelden.at::5c6b7476-517f-484b-8d40-f259dc601a75" providerId="AD" clId="Web-{862652BE-893D-44DE-806B-E00C76E1AA9A}" dt="2025-03-12T09:20:48.846" v="9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8F38FDD1-D1EA-43C0-9DB8-4B148B5AC6AF}"/>
    <pc:docChg chg="modSld">
      <pc:chgData name="Ellmauthaler Philip" userId="S::philip.ellmauthaler@htl-saalfelden.at::5c6b7476-517f-484b-8d40-f259dc601a75" providerId="AD" clId="Web-{8F38FDD1-D1EA-43C0-9DB8-4B148B5AC6AF}" dt="2025-03-12T08:47:43.934" v="23" actId="20577"/>
      <pc:docMkLst>
        <pc:docMk/>
      </pc:docMkLst>
      <pc:sldChg chg="modSp">
        <pc:chgData name="Ellmauthaler Philip" userId="S::philip.ellmauthaler@htl-saalfelden.at::5c6b7476-517f-484b-8d40-f259dc601a75" providerId="AD" clId="Web-{8F38FDD1-D1EA-43C0-9DB8-4B148B5AC6AF}" dt="2025-03-12T08:47:43.934" v="23" actId="20577"/>
        <pc:sldMkLst>
          <pc:docMk/>
          <pc:sldMk cId="0" sldId="583"/>
        </pc:sldMkLst>
        <pc:graphicFrameChg chg="mod modGraphic">
          <ac:chgData name="Ellmauthaler Philip" userId="S::philip.ellmauthaler@htl-saalfelden.at::5c6b7476-517f-484b-8d40-f259dc601a75" providerId="AD" clId="Web-{8F38FDD1-D1EA-43C0-9DB8-4B148B5AC6AF}" dt="2025-03-12T08:47:43.934" v="23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S::florian.hafner@htl-saalfelden.at::b48d43ab-bf96-491b-90f5-9683a08bc007" providerId="AD" clId="Web-{800D0512-F401-4A63-8242-2FEBC4EC206F}"/>
    <pc:docChg chg="modSld">
      <pc:chgData name="Hafner Florian" userId="S::florian.hafner@htl-saalfelden.at::b48d43ab-bf96-491b-90f5-9683a08bc007" providerId="AD" clId="Web-{800D0512-F401-4A63-8242-2FEBC4EC206F}" dt="2025-03-13T06:52:52.992" v="0" actId="20577"/>
      <pc:docMkLst>
        <pc:docMk/>
      </pc:docMkLst>
      <pc:sldChg chg="modSp">
        <pc:chgData name="Hafner Florian" userId="S::florian.hafner@htl-saalfelden.at::b48d43ab-bf96-491b-90f5-9683a08bc007" providerId="AD" clId="Web-{800D0512-F401-4A63-8242-2FEBC4EC206F}" dt="2025-03-13T06:52:52.992" v="0" actId="20577"/>
        <pc:sldMkLst>
          <pc:docMk/>
          <pc:sldMk cId="0" sldId="361"/>
        </pc:sldMkLst>
        <pc:spChg chg="mod">
          <ac:chgData name="Hafner Florian" userId="S::florian.hafner@htl-saalfelden.at::b48d43ab-bf96-491b-90f5-9683a08bc007" providerId="AD" clId="Web-{800D0512-F401-4A63-8242-2FEBC4EC206F}" dt="2025-03-13T06:52:52.992" v="0" actId="20577"/>
          <ac:spMkLst>
            <pc:docMk/>
            <pc:sldMk cId="0" sldId="361"/>
            <ac:spMk id="2" creationId="{00000000-0000-0000-0000-000000000000}"/>
          </ac:spMkLst>
        </pc:spChg>
      </pc:sldChg>
    </pc:docChg>
  </pc:docChgLst>
  <pc:docChgLst>
    <pc:chgData name="Hafner Florian" userId="b48d43ab-bf96-491b-90f5-9683a08bc007" providerId="ADAL" clId="{F5189588-8648-473B-BB22-DDD7B89C69A0}"/>
    <pc:docChg chg="undo custSel modSld">
      <pc:chgData name="Hafner Florian" userId="b48d43ab-bf96-491b-90f5-9683a08bc007" providerId="ADAL" clId="{F5189588-8648-473B-BB22-DDD7B89C69A0}" dt="2025-03-13T07:24:21.666" v="256" actId="20577"/>
      <pc:docMkLst>
        <pc:docMk/>
      </pc:docMkLst>
      <pc:sldChg chg="modSp mod">
        <pc:chgData name="Hafner Florian" userId="b48d43ab-bf96-491b-90f5-9683a08bc007" providerId="ADAL" clId="{F5189588-8648-473B-BB22-DDD7B89C69A0}" dt="2025-03-13T07:00:22.814" v="109" actId="20577"/>
        <pc:sldMkLst>
          <pc:docMk/>
          <pc:sldMk cId="0" sldId="582"/>
        </pc:sldMkLst>
        <pc:graphicFrameChg chg="modGraphic">
          <ac:chgData name="Hafner Florian" userId="b48d43ab-bf96-491b-90f5-9683a08bc007" providerId="ADAL" clId="{F5189588-8648-473B-BB22-DDD7B89C69A0}" dt="2025-03-13T07:00:22.814" v="109" actId="20577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3:08.537" v="220" actId="27918"/>
        <pc:sldMkLst>
          <pc:docMk/>
          <pc:sldMk cId="0" sldId="583"/>
        </pc:sldMkLst>
        <pc:graphicFrameChg chg="mod">
          <ac:chgData name="Hafner Florian" userId="b48d43ab-bf96-491b-90f5-9683a08bc007" providerId="ADAL" clId="{F5189588-8648-473B-BB22-DDD7B89C69A0}" dt="2025-03-13T07:04:40.631" v="148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4:21.666" v="256" actId="20577"/>
        <pc:sldMkLst>
          <pc:docMk/>
          <pc:sldMk cId="0" sldId="584"/>
        </pc:sldMkLst>
        <pc:spChg chg="mod">
          <ac:chgData name="Hafner Florian" userId="b48d43ab-bf96-491b-90f5-9683a08bc007" providerId="ADAL" clId="{F5189588-8648-473B-BB22-DDD7B89C69A0}" dt="2025-03-13T07:24:21.666" v="256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der Jonas" userId="fa0059ff-45ff-44a0-8b68-1ddf442034b8" providerId="ADAL" clId="{D8FD4985-04C8-4C9E-AFB6-99AEB90335B6}"/>
    <pc:docChg chg="undo redo custSel addSld delSld modSld sldOrd">
      <pc:chgData name="Eder Jonas" userId="fa0059ff-45ff-44a0-8b68-1ddf442034b8" providerId="ADAL" clId="{D8FD4985-04C8-4C9E-AFB6-99AEB90335B6}" dt="2025-02-19T07:39:04.980" v="807" actId="12"/>
      <pc:docMkLst>
        <pc:docMk/>
      </pc:docMkLst>
      <pc:sldChg chg="modSp mod">
        <pc:chgData name="Eder Jonas" userId="fa0059ff-45ff-44a0-8b68-1ddf442034b8" providerId="ADAL" clId="{D8FD4985-04C8-4C9E-AFB6-99AEB90335B6}" dt="2025-02-19T07:30:57.186" v="722" actId="20577"/>
        <pc:sldMkLst>
          <pc:docMk/>
          <pc:sldMk cId="0" sldId="361"/>
        </pc:sldMkLst>
        <pc:spChg chg="mod">
          <ac:chgData name="Eder Jonas" userId="fa0059ff-45ff-44a0-8b68-1ddf442034b8" providerId="ADAL" clId="{D8FD4985-04C8-4C9E-AFB6-99AEB90335B6}" dt="2025-02-19T07:30:57.186" v="722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 modClrScheme chgLayout">
        <pc:chgData name="Eder Jonas" userId="fa0059ff-45ff-44a0-8b68-1ddf442034b8" providerId="ADAL" clId="{D8FD4985-04C8-4C9E-AFB6-99AEB90335B6}" dt="2025-02-19T07:01:22.042" v="101" actId="26606"/>
        <pc:sldMkLst>
          <pc:docMk/>
          <pc:sldMk cId="0" sldId="367"/>
        </pc:sldMkLst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6:43:58.120" v="41" actId="26606"/>
          <ac:spMkLst>
            <pc:docMk/>
            <pc:sldMk cId="0" sldId="367"/>
            <ac:spMk id="3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01:02.746" v="99" actId="478"/>
          <ac:spMkLst>
            <pc:docMk/>
            <pc:sldMk cId="0" sldId="367"/>
            <ac:spMk id="14" creationId="{38CF0D63-AC53-864B-9DF4-EAD2701211EA}"/>
          </ac:spMkLst>
        </pc:spChg>
        <pc:spChg chg="add del mod">
          <ac:chgData name="Eder Jonas" userId="fa0059ff-45ff-44a0-8b68-1ddf442034b8" providerId="ADAL" clId="{D8FD4985-04C8-4C9E-AFB6-99AEB90335B6}" dt="2025-02-19T06:44:04.382" v="44" actId="478"/>
          <ac:spMkLst>
            <pc:docMk/>
            <pc:sldMk cId="0" sldId="367"/>
            <ac:spMk id="15" creationId="{1DC1C5DB-4A38-BB58-0E8F-79F04337BBE8}"/>
          </ac:spMkLst>
        </pc:spChg>
        <pc:spChg chg="add del mod">
          <ac:chgData name="Eder Jonas" userId="fa0059ff-45ff-44a0-8b68-1ddf442034b8" providerId="ADAL" clId="{D8FD4985-04C8-4C9E-AFB6-99AEB90335B6}" dt="2025-02-19T06:43:23.480" v="28" actId="26606"/>
          <ac:spMkLst>
            <pc:docMk/>
            <pc:sldMk cId="0" sldId="367"/>
            <ac:spMk id="16" creationId="{766621FF-66EE-10B7-63C9-40B8D0E6A5B0}"/>
          </ac:spMkLst>
        </pc:spChg>
        <pc:spChg chg="add del mod">
          <ac:chgData name="Eder Jonas" userId="fa0059ff-45ff-44a0-8b68-1ddf442034b8" providerId="ADAL" clId="{D8FD4985-04C8-4C9E-AFB6-99AEB90335B6}" dt="2025-02-19T06:44:06.391" v="45" actId="478"/>
          <ac:spMkLst>
            <pc:docMk/>
            <pc:sldMk cId="0" sldId="367"/>
            <ac:spMk id="17" creationId="{FA7DFF72-7552-8672-CB50-38C19136A41F}"/>
          </ac:spMkLst>
        </pc:spChg>
        <pc:graphicFrameChg chg="add del mod modGraphic">
          <ac:chgData name="Eder Jonas" userId="fa0059ff-45ff-44a0-8b68-1ddf442034b8" providerId="ADAL" clId="{D8FD4985-04C8-4C9E-AFB6-99AEB90335B6}" dt="2025-02-19T06:43:26.805" v="35" actId="26606"/>
          <ac:graphicFrameMkLst>
            <pc:docMk/>
            <pc:sldMk cId="0" sldId="367"/>
            <ac:graphicFrameMk id="11" creationId="{934FFFEC-A987-0025-8F26-041E4CF7FD5E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01:22.042" v="101" actId="26606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add del mod modClrScheme modShow chgLayout">
        <pc:chgData name="Eder Jonas" userId="fa0059ff-45ff-44a0-8b68-1ddf442034b8" providerId="ADAL" clId="{D8FD4985-04C8-4C9E-AFB6-99AEB90335B6}" dt="2025-02-19T07:36:59.854" v="762" actId="20577"/>
        <pc:sldMkLst>
          <pc:docMk/>
          <pc:sldMk cId="0" sldId="583"/>
        </pc:sldMkLst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13.082" v="296" actId="26606"/>
          <ac:spMkLst>
            <pc:docMk/>
            <pc:sldMk cId="0" sldId="583"/>
            <ac:spMk id="5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76" v="301" actId="26606"/>
          <ac:spMkLst>
            <pc:docMk/>
            <pc:sldMk cId="0" sldId="583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17" creationId="{7F100B72-4AEC-88EF-23A0-F21A812E9641}"/>
          </ac:spMkLst>
        </pc:spChg>
        <pc:graphicFrameChg chg="add del">
          <ac:chgData name="Eder Jonas" userId="fa0059ff-45ff-44a0-8b68-1ddf442034b8" providerId="ADAL" clId="{D8FD4985-04C8-4C9E-AFB6-99AEB90335B6}" dt="2025-02-19T07:10:08.677" v="295" actId="26606"/>
          <ac:graphicFrameMkLst>
            <pc:docMk/>
            <pc:sldMk cId="0" sldId="583"/>
            <ac:graphicFrameMk id="11" creationId="{A847ED53-6636-CD73-5091-0AAF175287FA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36:59.854" v="7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D8FD4985-04C8-4C9E-AFB6-99AEB90335B6}" dt="2025-02-19T07:05:07.822" v="118" actId="20577"/>
        <pc:sldMkLst>
          <pc:docMk/>
          <pc:sldMk cId="0" sldId="584"/>
        </pc:sldMkLst>
        <pc:spChg chg="mod">
          <ac:chgData name="Eder Jonas" userId="fa0059ff-45ff-44a0-8b68-1ddf442034b8" providerId="ADAL" clId="{D8FD4985-04C8-4C9E-AFB6-99AEB90335B6}" dt="2025-02-19T07:05:07.822" v="118" actId="20577"/>
          <ac:spMkLst>
            <pc:docMk/>
            <pc:sldMk cId="0" sldId="584"/>
            <ac:spMk id="5" creationId="{00000000-0000-0000-0000-000000000000}"/>
          </ac:spMkLst>
        </pc:spChg>
      </pc:sldChg>
      <pc:sldChg chg="addSp delSp modSp new del mod">
        <pc:chgData name="Eder Jonas" userId="fa0059ff-45ff-44a0-8b68-1ddf442034b8" providerId="ADAL" clId="{D8FD4985-04C8-4C9E-AFB6-99AEB90335B6}" dt="2025-02-19T06:49:04.363" v="55" actId="2696"/>
        <pc:sldMkLst>
          <pc:docMk/>
          <pc:sldMk cId="16265146" sldId="585"/>
        </pc:sldMkLst>
        <pc:spChg chg="del">
          <ac:chgData name="Eder Jonas" userId="fa0059ff-45ff-44a0-8b68-1ddf442034b8" providerId="ADAL" clId="{D8FD4985-04C8-4C9E-AFB6-99AEB90335B6}" dt="2025-02-19T06:48:25.652" v="50" actId="22"/>
          <ac:spMkLst>
            <pc:docMk/>
            <pc:sldMk cId="16265146" sldId="585"/>
            <ac:spMk id="3" creationId="{38C237FC-5BF4-ADCC-C9A6-BB455EDC62E3}"/>
          </ac:spMkLst>
        </pc:spChg>
        <pc:picChg chg="add mod ord">
          <ac:chgData name="Eder Jonas" userId="fa0059ff-45ff-44a0-8b68-1ddf442034b8" providerId="ADAL" clId="{D8FD4985-04C8-4C9E-AFB6-99AEB90335B6}" dt="2025-02-19T06:48:45.846" v="54" actId="1076"/>
          <ac:picMkLst>
            <pc:docMk/>
            <pc:sldMk cId="16265146" sldId="585"/>
            <ac:picMk id="7" creationId="{22DA95B4-FB9A-92E9-89AF-F5E3A2219227}"/>
          </ac:picMkLst>
        </pc:picChg>
      </pc:sldChg>
      <pc:sldChg chg="modSp new mod ord">
        <pc:chgData name="Eder Jonas" userId="fa0059ff-45ff-44a0-8b68-1ddf442034b8" providerId="ADAL" clId="{D8FD4985-04C8-4C9E-AFB6-99AEB90335B6}" dt="2025-02-19T07:29:47.227" v="714" actId="20578"/>
        <pc:sldMkLst>
          <pc:docMk/>
          <pc:sldMk cId="2046662241" sldId="585"/>
        </pc:sldMkLst>
        <pc:spChg chg="mod">
          <ac:chgData name="Eder Jonas" userId="fa0059ff-45ff-44a0-8b68-1ddf442034b8" providerId="ADAL" clId="{D8FD4985-04C8-4C9E-AFB6-99AEB90335B6}" dt="2025-02-19T07:16:47.495" v="372" actId="20577"/>
          <ac:spMkLst>
            <pc:docMk/>
            <pc:sldMk cId="2046662241" sldId="585"/>
            <ac:spMk id="2" creationId="{A736BEAA-9DBD-3C9F-5A9B-0E7E5C7C83C3}"/>
          </ac:spMkLst>
        </pc:spChg>
        <pc:spChg chg="mod">
          <ac:chgData name="Eder Jonas" userId="fa0059ff-45ff-44a0-8b68-1ddf442034b8" providerId="ADAL" clId="{D8FD4985-04C8-4C9E-AFB6-99AEB90335B6}" dt="2025-02-19T07:28:02.367" v="709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D8FD4985-04C8-4C9E-AFB6-99AEB90335B6}" dt="2025-02-19T06:56:38.900" v="88" actId="680"/>
        <pc:sldMkLst>
          <pc:docMk/>
          <pc:sldMk cId="3497108193" sldId="585"/>
        </pc:sldMkLst>
        <pc:spChg chg="mod">
          <ac:chgData name="Eder Jonas" userId="fa0059ff-45ff-44a0-8b68-1ddf442034b8" providerId="ADAL" clId="{D8FD4985-04C8-4C9E-AFB6-99AEB90335B6}" dt="2025-02-19T06:56:38.403" v="87" actId="20577"/>
          <ac:spMkLst>
            <pc:docMk/>
            <pc:sldMk cId="3497108193" sldId="585"/>
            <ac:spMk id="2" creationId="{92238284-E380-C270-CD4F-5CE6958170EC}"/>
          </ac:spMkLst>
        </pc:spChg>
        <pc:spChg chg="mod">
          <ac:chgData name="Eder Jonas" userId="fa0059ff-45ff-44a0-8b68-1ddf442034b8" providerId="ADAL" clId="{D8FD4985-04C8-4C9E-AFB6-99AEB90335B6}" dt="2025-02-19T06:56:37.065" v="84" actId="20577"/>
          <ac:spMkLst>
            <pc:docMk/>
            <pc:sldMk cId="3497108193" sldId="585"/>
            <ac:spMk id="3" creationId="{DC73F28C-29D4-4807-83AB-2F74CE10591A}"/>
          </ac:spMkLst>
        </pc:spChg>
      </pc:sldChg>
      <pc:sldChg chg="modSp new mod">
        <pc:chgData name="Eder Jonas" userId="fa0059ff-45ff-44a0-8b68-1ddf442034b8" providerId="ADAL" clId="{D8FD4985-04C8-4C9E-AFB6-99AEB90335B6}" dt="2025-02-19T07:39:04.980" v="807" actId="12"/>
        <pc:sldMkLst>
          <pc:docMk/>
          <pc:sldMk cId="3833746980" sldId="586"/>
        </pc:sldMkLst>
        <pc:spChg chg="mod">
          <ac:chgData name="Eder Jonas" userId="fa0059ff-45ff-44a0-8b68-1ddf442034b8" providerId="ADAL" clId="{D8FD4985-04C8-4C9E-AFB6-99AEB90335B6}" dt="2025-02-19T07:38:38.381" v="804" actId="20577"/>
          <ac:spMkLst>
            <pc:docMk/>
            <pc:sldMk cId="3833746980" sldId="586"/>
            <ac:spMk id="2" creationId="{D99CB628-C254-E8DB-E239-D312A0197873}"/>
          </ac:spMkLst>
        </pc:spChg>
        <pc:spChg chg="mod">
          <ac:chgData name="Eder Jonas" userId="fa0059ff-45ff-44a0-8b68-1ddf442034b8" providerId="ADAL" clId="{D8FD4985-04C8-4C9E-AFB6-99AEB90335B6}" dt="2025-02-19T07:39:04.980" v="807" actId="12"/>
          <ac:spMkLst>
            <pc:docMk/>
            <pc:sldMk cId="3833746980" sldId="586"/>
            <ac:spMk id="3" creationId="{2C231336-FBF7-669B-4E31-358737C421C4}"/>
          </ac:spMkLst>
        </pc:spChg>
      </pc:sldChg>
      <pc:sldChg chg="new del">
        <pc:chgData name="Eder Jonas" userId="fa0059ff-45ff-44a0-8b68-1ddf442034b8" providerId="ADAL" clId="{D8FD4985-04C8-4C9E-AFB6-99AEB90335B6}" dt="2025-02-19T07:02:52.989" v="114" actId="680"/>
        <pc:sldMkLst>
          <pc:docMk/>
          <pc:sldMk cId="4135748574" sldId="586"/>
        </pc:sldMkLst>
      </pc:sldChg>
      <pc:sldChg chg="new del">
        <pc:chgData name="Eder Jonas" userId="fa0059ff-45ff-44a0-8b68-1ddf442034b8" providerId="ADAL" clId="{D8FD4985-04C8-4C9E-AFB6-99AEB90335B6}" dt="2025-02-19T07:02:52.231" v="113" actId="680"/>
        <pc:sldMkLst>
          <pc:docMk/>
          <pc:sldMk cId="906188883" sldId="587"/>
        </pc:sldMkLst>
      </pc:sldChg>
      <pc:sldChg chg="new del">
        <pc:chgData name="Eder Jonas" userId="fa0059ff-45ff-44a0-8b68-1ddf442034b8" providerId="ADAL" clId="{D8FD4985-04C8-4C9E-AFB6-99AEB90335B6}" dt="2025-02-19T07:02:51.819" v="112" actId="680"/>
        <pc:sldMkLst>
          <pc:docMk/>
          <pc:sldMk cId="4008728425" sldId="588"/>
        </pc:sldMkLst>
      </pc:sldChg>
      <pc:sldChg chg="new del">
        <pc:chgData name="Eder Jonas" userId="fa0059ff-45ff-44a0-8b68-1ddf442034b8" providerId="ADAL" clId="{D8FD4985-04C8-4C9E-AFB6-99AEB90335B6}" dt="2025-02-19T07:02:51.630" v="111" actId="680"/>
        <pc:sldMkLst>
          <pc:docMk/>
          <pc:sldMk cId="2011606223" sldId="589"/>
        </pc:sldMkLst>
      </pc:sldChg>
      <pc:sldChg chg="new del">
        <pc:chgData name="Eder Jonas" userId="fa0059ff-45ff-44a0-8b68-1ddf442034b8" providerId="ADAL" clId="{D8FD4985-04C8-4C9E-AFB6-99AEB90335B6}" dt="2025-02-19T07:02:51.442" v="110" actId="680"/>
        <pc:sldMkLst>
          <pc:docMk/>
          <pc:sldMk cId="2038713038" sldId="590"/>
        </pc:sldMkLst>
      </pc:sldChg>
    </pc:docChg>
  </pc:docChgLst>
  <pc:docChgLst>
    <pc:chgData name="Ellmauthaler Philip" userId="S::philip.ellmauthaler@htl-saalfelden.at::5c6b7476-517f-484b-8d40-f259dc601a75" providerId="AD" clId="Web-{EF42E1E4-7179-47C7-8F64-B9474531233B}"/>
    <pc:docChg chg="modSld">
      <pc:chgData name="Ellmauthaler Philip" userId="S::philip.ellmauthaler@htl-saalfelden.at::5c6b7476-517f-484b-8d40-f259dc601a75" providerId="AD" clId="Web-{EF42E1E4-7179-47C7-8F64-B9474531233B}" dt="2025-03-12T08:46:22.438" v="1" actId="20577"/>
      <pc:docMkLst>
        <pc:docMk/>
      </pc:docMkLst>
      <pc:sldChg chg="modSp">
        <pc:chgData name="Ellmauthaler Philip" userId="S::philip.ellmauthaler@htl-saalfelden.at::5c6b7476-517f-484b-8d40-f259dc601a75" providerId="AD" clId="Web-{EF42E1E4-7179-47C7-8F64-B9474531233B}" dt="2025-03-12T08:46:22.438" v="1" actId="20577"/>
        <pc:sldMkLst>
          <pc:docMk/>
          <pc:sldMk cId="0" sldId="583"/>
        </pc:sldMkLst>
        <pc:graphicFrameChg chg="modGraphic">
          <ac:chgData name="Ellmauthaler Philip" userId="S::philip.ellmauthaler@htl-saalfelden.at::5c6b7476-517f-484b-8d40-f259dc601a75" providerId="AD" clId="Web-{EF42E1E4-7179-47C7-8F64-B9474531233B}" dt="2025-03-12T08:46:22.438" v="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b48d43ab-bf96-491b-90f5-9683a08bc007" providerId="ADAL" clId="{901A7DE7-C3A0-42E1-952C-F33FFBCD57BF}"/>
    <pc:docChg chg="modSld">
      <pc:chgData name="Hafner Florian" userId="b48d43ab-bf96-491b-90f5-9683a08bc007" providerId="ADAL" clId="{901A7DE7-C3A0-42E1-952C-F33FFBCD57BF}" dt="2025-02-19T07:47:47.758" v="31" actId="20577"/>
      <pc:docMkLst>
        <pc:docMk/>
      </pc:docMkLst>
      <pc:sldChg chg="modSp mod">
        <pc:chgData name="Hafner Florian" userId="b48d43ab-bf96-491b-90f5-9683a08bc007" providerId="ADAL" clId="{901A7DE7-C3A0-42E1-952C-F33FFBCD57BF}" dt="2025-02-19T07:40:24.197" v="16" actId="20577"/>
        <pc:sldMkLst>
          <pc:docMk/>
          <pc:sldMk cId="0" sldId="570"/>
        </pc:sldMkLst>
        <pc:graphicFrameChg chg="mod">
          <ac:chgData name="Hafner Florian" userId="b48d43ab-bf96-491b-90f5-9683a08bc007" providerId="ADAL" clId="{901A7DE7-C3A0-42E1-952C-F33FFBCD57BF}" dt="2025-02-19T07:40:24.197" v="16" actId="20577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modSp mod">
        <pc:chgData name="Hafner Florian" userId="b48d43ab-bf96-491b-90f5-9683a08bc007" providerId="ADAL" clId="{901A7DE7-C3A0-42E1-952C-F33FFBCD57BF}" dt="2025-02-19T07:47:47.758" v="31" actId="20577"/>
        <pc:sldMkLst>
          <pc:docMk/>
          <pc:sldMk cId="0" sldId="583"/>
        </pc:sldMkLst>
        <pc:spChg chg="mod">
          <ac:chgData name="Hafner Florian" userId="b48d43ab-bf96-491b-90f5-9683a08bc007" providerId="ADAL" clId="{901A7DE7-C3A0-42E1-952C-F33FFBCD57BF}" dt="2025-02-19T07:47:47.758" v="31" actId="20577"/>
          <ac:spMkLst>
            <pc:docMk/>
            <pc:sldMk cId="0" sldId="583"/>
            <ac:spMk id="2" creationId="{00000000-0000-0000-0000-000000000000}"/>
          </ac:spMkLst>
        </pc:spChg>
        <pc:graphicFrameChg chg="mod">
          <ac:chgData name="Hafner Florian" userId="b48d43ab-bf96-491b-90f5-9683a08bc007" providerId="ADAL" clId="{901A7DE7-C3A0-42E1-952C-F33FFBCD57BF}" dt="2025-02-19T07:42:46.109" v="23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2096CD9A-CB93-4C37-BDB0-7214AECFEACA}"/>
    <pc:docChg chg="modSld">
      <pc:chgData name="Ellmauthaler Philip" userId="S::philip.ellmauthaler@htl-saalfelden.at::5c6b7476-517f-484b-8d40-f259dc601a75" providerId="AD" clId="Web-{2096CD9A-CB93-4C37-BDB0-7214AECFEACA}" dt="2025-03-13T07:22:45.258" v="2" actId="1076"/>
      <pc:docMkLst>
        <pc:docMk/>
      </pc:docMkLst>
      <pc:sldChg chg="addSp delSp modSp">
        <pc:chgData name="Ellmauthaler Philip" userId="S::philip.ellmauthaler@htl-saalfelden.at::5c6b7476-517f-484b-8d40-f259dc601a75" providerId="AD" clId="Web-{2096CD9A-CB93-4C37-BDB0-7214AECFEACA}" dt="2025-03-13T07:22:45.258" v="2" actId="1076"/>
        <pc:sldMkLst>
          <pc:docMk/>
          <pc:sldMk cId="0" sldId="584"/>
        </pc:sldMkLst>
        <pc:graphicFrameChg chg="add mod">
          <ac:chgData name="Ellmauthaler Philip" userId="S::philip.ellmauthaler@htl-saalfelden.at::5c6b7476-517f-484b-8d40-f259dc601a75" providerId="AD" clId="Web-{2096CD9A-CB93-4C37-BDB0-7214AECFEACA}" dt="2025-03-13T07:22:45.258" v="2" actId="1076"/>
          <ac:graphicFrameMkLst>
            <pc:docMk/>
            <pc:sldMk cId="0" sldId="584"/>
            <ac:graphicFrameMk id="3" creationId="{AB5CA1AE-92B2-CEC7-3A55-2AE2F8EA1513}"/>
          </ac:graphicFrameMkLst>
        </pc:graphicFrameChg>
        <pc:graphicFrameChg chg="del">
          <ac:chgData name="Ellmauthaler Philip" userId="S::philip.ellmauthaler@htl-saalfelden.at::5c6b7476-517f-484b-8d40-f259dc601a75" providerId="AD" clId="Web-{2096CD9A-CB93-4C37-BDB0-7214AECFEACA}" dt="2025-03-13T07:22:40.492" v="0"/>
          <ac:graphicFrameMkLst>
            <pc:docMk/>
            <pc:sldMk cId="0" sldId="584"/>
            <ac:graphicFrameMk id="7" creationId="{AB5CA1AE-92B2-CEC7-3A55-2AE2F8EA1513}"/>
          </ac:graphicFrameMkLst>
        </pc:graphicFrameChg>
      </pc:sldChg>
    </pc:docChg>
  </pc:docChgLst>
  <pc:docChgLst>
    <pc:chgData name="Hafner Florian" userId="b48d43ab-bf96-491b-90f5-9683a08bc007" providerId="ADAL" clId="{61D53FF2-06EB-4087-A933-F3FA8DD54455}"/>
    <pc:docChg chg="undo custSel modSld">
      <pc:chgData name="Hafner Florian" userId="b48d43ab-bf96-491b-90f5-9683a08bc007" providerId="ADAL" clId="{61D53FF2-06EB-4087-A933-F3FA8DD54455}" dt="2025-02-06T09:03:50.858" v="46" actId="790"/>
      <pc:docMkLst>
        <pc:docMk/>
      </pc:docMkLst>
      <pc:sldChg chg="addSp delSp modSp mod modClrScheme chgLayout">
        <pc:chgData name="Hafner Florian" userId="b48d43ab-bf96-491b-90f5-9683a08bc007" providerId="ADAL" clId="{61D53FF2-06EB-4087-A933-F3FA8DD54455}" dt="2025-02-06T09:03:50.858" v="46" actId="790"/>
        <pc:sldMkLst>
          <pc:docMk/>
          <pc:sldMk cId="0" sldId="570"/>
        </pc:sldMkLst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3:50.858" v="46" actId="790"/>
          <ac:spMkLst>
            <pc:docMk/>
            <pc:sldMk cId="0" sldId="570"/>
            <ac:spMk id="5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8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3:33.211" v="45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addSp delSp modSp mod modClrScheme chgLayout">
        <pc:chgData name="Hafner Florian" userId="b48d43ab-bf96-491b-90f5-9683a08bc007" providerId="ADAL" clId="{61D53FF2-06EB-4087-A933-F3FA8DD54455}" dt="2025-02-06T09:02:26.149" v="37" actId="1076"/>
        <pc:sldMkLst>
          <pc:docMk/>
          <pc:sldMk cId="0" sldId="584"/>
        </pc:sldMkLst>
        <pc:spChg chg="add del 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2:26.149" v="37" actId="1076"/>
          <ac:spMkLst>
            <pc:docMk/>
            <pc:sldMk cId="0" sldId="584"/>
            <ac:spMk id="5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8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2:15.168" v="35" actId="1076"/>
          <ac:graphicFrameMkLst>
            <pc:docMk/>
            <pc:sldMk cId="0" sldId="584"/>
            <ac:graphicFrameMk id="7" creationId="{AB5CA1AE-92B2-CEC7-3A55-2AE2F8EA1513}"/>
          </ac:graphicFrameMkLst>
        </pc:graphicFrameChg>
      </pc:sldChg>
    </pc:docChg>
  </pc:docChgLst>
  <pc:docChgLst>
    <pc:chgData name="Eder Jonas" userId="fa0059ff-45ff-44a0-8b68-1ddf442034b8" providerId="ADAL" clId="{9324234C-2BB1-4587-9708-87AE894F543A}"/>
    <pc:docChg chg="undo custSel modSld">
      <pc:chgData name="Eder Jonas" userId="fa0059ff-45ff-44a0-8b68-1ddf442034b8" providerId="ADAL" clId="{9324234C-2BB1-4587-9708-87AE894F543A}" dt="2025-03-13T07:25:17.911" v="251" actId="20577"/>
      <pc:docMkLst>
        <pc:docMk/>
      </pc:docMkLst>
      <pc:sldChg chg="modSp">
        <pc:chgData name="Eder Jonas" userId="fa0059ff-45ff-44a0-8b68-1ddf442034b8" providerId="ADAL" clId="{9324234C-2BB1-4587-9708-87AE894F543A}" dt="2025-03-13T07:23:27.147" v="207" actId="20577"/>
        <pc:sldMkLst>
          <pc:docMk/>
          <pc:sldMk cId="0" sldId="367"/>
        </pc:sldMkLst>
        <pc:graphicFrameChg chg="mod">
          <ac:chgData name="Eder Jonas" userId="fa0059ff-45ff-44a0-8b68-1ddf442034b8" providerId="ADAL" clId="{9324234C-2BB1-4587-9708-87AE894F543A}" dt="2025-03-13T07:23:27.147" v="207" actId="20577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mod">
        <pc:chgData name="Eder Jonas" userId="fa0059ff-45ff-44a0-8b68-1ddf442034b8" providerId="ADAL" clId="{9324234C-2BB1-4587-9708-87AE894F543A}" dt="2025-03-13T07:18:22.201" v="158" actId="27918"/>
        <pc:sldMkLst>
          <pc:docMk/>
          <pc:sldMk cId="0" sldId="570"/>
        </pc:sldMkLst>
        <pc:spChg chg="mod">
          <ac:chgData name="Eder Jonas" userId="fa0059ff-45ff-44a0-8b68-1ddf442034b8" providerId="ADAL" clId="{9324234C-2BB1-4587-9708-87AE894F543A}" dt="2025-03-13T07:18:13.660" v="157" actId="20577"/>
          <ac:spMkLst>
            <pc:docMk/>
            <pc:sldMk cId="0" sldId="570"/>
            <ac:spMk id="5" creationId="{00000000-0000-0000-0000-000000000000}"/>
          </ac:spMkLst>
        </pc:spChg>
        <pc:graphicFrameChg chg="add mod">
          <ac:chgData name="Eder Jonas" userId="fa0059ff-45ff-44a0-8b68-1ddf442034b8" providerId="ADAL" clId="{9324234C-2BB1-4587-9708-87AE894F543A}" dt="2025-03-13T07:17:55.017" v="148" actId="1076"/>
          <ac:graphicFrameMkLst>
            <pc:docMk/>
            <pc:sldMk cId="0" sldId="570"/>
            <ac:graphicFrameMk id="3" creationId="{B2AF9E64-547F-ACC7-F033-8065BA025A46}"/>
          </ac:graphicFrameMkLst>
        </pc:graphicFrameChg>
        <pc:graphicFrameChg chg="del">
          <ac:chgData name="Eder Jonas" userId="fa0059ff-45ff-44a0-8b68-1ddf442034b8" providerId="ADAL" clId="{9324234C-2BB1-4587-9708-87AE894F543A}" dt="2025-03-13T07:17:29.952" v="141" actId="478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addSp modSp mod">
        <pc:chgData name="Eder Jonas" userId="fa0059ff-45ff-44a0-8b68-1ddf442034b8" providerId="ADAL" clId="{9324234C-2BB1-4587-9708-87AE894F543A}" dt="2025-03-13T06:57:52.708" v="85" actId="13926"/>
        <pc:sldMkLst>
          <pc:docMk/>
          <pc:sldMk cId="0" sldId="582"/>
        </pc:sldMkLst>
        <pc:graphicFrameChg chg="mod modGraphic">
          <ac:chgData name="Eder Jonas" userId="fa0059ff-45ff-44a0-8b68-1ddf442034b8" providerId="ADAL" clId="{9324234C-2BB1-4587-9708-87AE894F543A}" dt="2025-03-13T06:57:52.708" v="85" actId="13926"/>
          <ac:graphicFrameMkLst>
            <pc:docMk/>
            <pc:sldMk cId="0" sldId="582"/>
            <ac:graphicFrameMk id="4" creationId="{00000000-0000-0000-0000-000000000000}"/>
          </ac:graphicFrameMkLst>
        </pc:graphicFrameChg>
        <pc:graphicFrameChg chg="add mod">
          <ac:chgData name="Eder Jonas" userId="fa0059ff-45ff-44a0-8b68-1ddf442034b8" providerId="ADAL" clId="{9324234C-2BB1-4587-9708-87AE894F543A}" dt="2025-03-13T06:57:31.978" v="83"/>
          <ac:graphicFrameMkLst>
            <pc:docMk/>
            <pc:sldMk cId="0" sldId="582"/>
            <ac:graphicFrameMk id="5" creationId="{85DEA6AD-13AC-BF29-E24B-29754D61F836}"/>
          </ac:graphicFrameMkLst>
        </pc:graphicFrameChg>
      </pc:sldChg>
      <pc:sldChg chg="modSp">
        <pc:chgData name="Eder Jonas" userId="fa0059ff-45ff-44a0-8b68-1ddf442034b8" providerId="ADAL" clId="{9324234C-2BB1-4587-9708-87AE894F543A}" dt="2025-03-13T07:25:17.911" v="251" actId="20577"/>
        <pc:sldMkLst>
          <pc:docMk/>
          <pc:sldMk cId="0" sldId="583"/>
        </pc:sldMkLst>
        <pc:graphicFrameChg chg="mod">
          <ac:chgData name="Eder Jonas" userId="fa0059ff-45ff-44a0-8b68-1ddf442034b8" providerId="ADAL" clId="{9324234C-2BB1-4587-9708-87AE894F543A}" dt="2025-03-13T07:25:17.911" v="25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9324234C-2BB1-4587-9708-87AE894F543A}" dt="2025-03-13T06:50:34.925" v="47" actId="20577"/>
        <pc:sldMkLst>
          <pc:docMk/>
          <pc:sldMk cId="2046662241" sldId="585"/>
        </pc:sldMkLst>
        <pc:spChg chg="mod">
          <ac:chgData name="Eder Jonas" userId="fa0059ff-45ff-44a0-8b68-1ddf442034b8" providerId="ADAL" clId="{9324234C-2BB1-4587-9708-87AE894F543A}" dt="2025-03-13T06:50:34.925" v="47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Sprint Burn-Down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1920603674540682"/>
          <c:y val="0.17585700377474509"/>
          <c:w val="0.84746062992125981"/>
          <c:h val="0.64949356926913415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Tabelle1!$B$11</c:f>
              <c:strCache>
                <c:ptCount val="1"/>
                <c:pt idx="0">
                  <c:v>Ideal Work Remaining</c:v>
                </c:pt>
              </c:strCache>
            </c:strRef>
          </c:tx>
          <c:spPr>
            <a:ln w="2222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Tabelle1!$B$12:$B$18</c:f>
              <c:numCache>
                <c:formatCode>General</c:formatCode>
                <c:ptCount val="4"/>
                <c:pt idx="0">
                  <c:v>70</c:v>
                </c:pt>
                <c:pt idx="1">
                  <c:v>50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95-4959-89A4-AED65CBB9FDE}"/>
            </c:ext>
          </c:extLst>
        </c:ser>
        <c:ser>
          <c:idx val="1"/>
          <c:order val="1"/>
          <c:tx>
            <c:strRef>
              <c:f>Tabelle1!$C$11</c:f>
              <c:strCache>
                <c:ptCount val="1"/>
                <c:pt idx="0">
                  <c:v>Actual Work Remaining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tx2">
                  <a:lumMod val="75000"/>
                  <a:lumOff val="25000"/>
                </a:schemeClr>
              </a:solidFill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Tabelle1!$C$12:$C$18</c:f>
              <c:numCache>
                <c:formatCode>General</c:formatCode>
                <c:ptCount val="4"/>
                <c:pt idx="0">
                  <c:v>70</c:v>
                </c:pt>
                <c:pt idx="1">
                  <c:v>50</c:v>
                </c:pt>
                <c:pt idx="2">
                  <c:v>40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95-4959-89A4-AED65CBB9FD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3446176"/>
        <c:axId val="373444736"/>
      </c:lineChart>
      <c:catAx>
        <c:axId val="37344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Days in the Sprint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4736"/>
        <c:crosses val="autoZero"/>
        <c:auto val="1"/>
        <c:lblAlgn val="ctr"/>
        <c:lblOffset val="100"/>
        <c:noMultiLvlLbl val="0"/>
      </c:catAx>
      <c:valAx>
        <c:axId val="37344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Storypoints in Backlog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0.356138828633405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Tabelle1!$A$22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Tabelle1!$A$23:$A$24</c:f>
              <c:numCache>
                <c:formatCode>General</c:formatCode>
                <c:ptCount val="2"/>
                <c:pt idx="0">
                  <c:v>61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7-49B1-88B1-C449E383F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/>
            <a:t>Das hosten einer API und ausführen von Befehlen über Endpoints</a:t>
          </a:r>
          <a:endParaRPr lang="en-US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/>
            <a:t>Das speichern von Strecken und das erneute fahren von diesen</a:t>
          </a:r>
          <a:endParaRPr lang="en-US"/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8C4C400C-7E71-4F2C-9169-695FDE61D222}">
      <dgm:prSet/>
      <dgm:spPr/>
      <dgm:t>
        <a:bodyPr/>
        <a:lstStyle/>
        <a:p>
          <a:r>
            <a:rPr lang="en-US" err="1"/>
            <a:t>Sensordaten</a:t>
          </a:r>
          <a:r>
            <a:rPr lang="en-US"/>
            <a:t> </a:t>
          </a:r>
          <a:r>
            <a:rPr lang="en-US" err="1"/>
            <a:t>auslesen</a:t>
          </a:r>
          <a:r>
            <a:rPr lang="en-US"/>
            <a:t> und </a:t>
          </a:r>
          <a:r>
            <a:rPr lang="en-US" err="1"/>
            <a:t>über</a:t>
          </a:r>
          <a:r>
            <a:rPr lang="en-US"/>
            <a:t> API </a:t>
          </a:r>
          <a:r>
            <a:rPr lang="en-US" err="1"/>
            <a:t>übergeben</a:t>
          </a:r>
          <a:endParaRPr lang="en-US"/>
        </a:p>
      </dgm:t>
    </dgm:pt>
    <dgm:pt modelId="{6F14F82D-5626-4987-BBD2-3C899D08D4BA}" type="parTrans" cxnId="{30100B2D-6262-4D33-BD05-152003882223}">
      <dgm:prSet/>
      <dgm:spPr/>
      <dgm:t>
        <a:bodyPr/>
        <a:lstStyle/>
        <a:p>
          <a:endParaRPr lang="de-AT"/>
        </a:p>
      </dgm:t>
    </dgm:pt>
    <dgm:pt modelId="{8F1EE55C-F8A8-4115-8CDC-2670C9ECAE1C}" type="sibTrans" cxnId="{30100B2D-6262-4D33-BD05-152003882223}">
      <dgm:prSet/>
      <dgm:spPr/>
      <dgm:t>
        <a:bodyPr/>
        <a:lstStyle/>
        <a:p>
          <a:endParaRPr lang="de-AT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77C79E-3FB1-4BAB-B6C9-96EDEF93F5EB}" type="pres">
      <dgm:prSet presAssocID="{5C5BC8C5-948C-44FD-B956-47BCC701B3EE}" presName="spacer" presStyleCnt="0"/>
      <dgm:spPr/>
    </dgm:pt>
    <dgm:pt modelId="{3792B7E3-13C6-414F-AA5D-0821C28100F1}" type="pres">
      <dgm:prSet presAssocID="{8C4C400C-7E71-4F2C-9169-695FDE61D2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30100B2D-6262-4D33-BD05-152003882223}" srcId="{BB7C6A23-C0DB-4FFF-8DD6-233C8C15DC79}" destId="{8C4C400C-7E71-4F2C-9169-695FDE61D222}" srcOrd="2" destOrd="0" parTransId="{6F14F82D-5626-4987-BBD2-3C899D08D4BA}" sibTransId="{8F1EE55C-F8A8-4115-8CDC-2670C9ECAE1C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5DFB90CC-670E-43C0-9E95-EBBFE3C6BAF9}" type="presOf" srcId="{8C4C400C-7E71-4F2C-9169-695FDE61D222}" destId="{3792B7E3-13C6-414F-AA5D-0821C28100F1}" srcOrd="0" destOrd="0" presId="urn:microsoft.com/office/officeart/2005/8/layout/vList2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5495A410-0DB3-42DD-B413-523546B848A2}" type="presParOf" srcId="{7A1EB467-E5D2-4AA9-ABCF-90EFCCAFBB51}" destId="{F877C79E-3FB1-4BAB-B6C9-96EDEF93F5EB}" srcOrd="3" destOrd="0" presId="urn:microsoft.com/office/officeart/2005/8/layout/vList2"/>
    <dgm:cxn modelId="{0222C871-9AC9-449F-AAD6-A3ABB96F4CC6}" type="presParOf" srcId="{7A1EB467-E5D2-4AA9-ABCF-90EFCCAFBB51}" destId="{3792B7E3-13C6-414F-AA5D-0821C28100F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2E0E8F-0AB2-46F7-8FBC-35E315641B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1C5CFB-05FB-47E2-94C5-885EF49E277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Jonas:</a:t>
          </a:r>
          <a:endParaRPr lang="en-US" sz="1800">
            <a:latin typeface="+mn-lt"/>
          </a:endParaRPr>
        </a:p>
      </dgm:t>
    </dgm:pt>
    <dgm:pt modelId="{0001762E-948A-4D33-B8C0-B0469925A1A9}" type="parTrans" cxnId="{36A11F0F-8E07-443C-9D7E-4B0D212CA221}">
      <dgm:prSet/>
      <dgm:spPr/>
      <dgm:t>
        <a:bodyPr/>
        <a:lstStyle/>
        <a:p>
          <a:endParaRPr lang="en-US"/>
        </a:p>
      </dgm:t>
    </dgm:pt>
    <dgm:pt modelId="{C87918E1-C6A2-4FF0-8465-9BF81A75E2AE}" type="sibTrans" cxnId="{36A11F0F-8E07-443C-9D7E-4B0D212CA221}">
      <dgm:prSet/>
      <dgm:spPr/>
      <dgm:t>
        <a:bodyPr/>
        <a:lstStyle/>
        <a:p>
          <a:endParaRPr lang="en-US"/>
        </a:p>
      </dgm:t>
    </dgm:pt>
    <dgm:pt modelId="{29C6B8EC-1BEC-41BC-8E41-B7B6D0F68D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API-Erstellung </a:t>
          </a:r>
        </a:p>
        <a:p>
          <a:pPr>
            <a:lnSpc>
              <a:spcPct val="100000"/>
            </a:lnSpc>
          </a:pPr>
          <a:r>
            <a:rPr lang="en-US" sz="1800">
              <a:latin typeface="+mn-lt"/>
            </a:rPr>
            <a:t>Track</a:t>
          </a:r>
        </a:p>
      </dgm:t>
    </dgm:pt>
    <dgm:pt modelId="{A8885009-E7BD-41E6-93CF-B29357862DF3}" type="parTrans" cxnId="{B7EA9F60-9F94-41DE-9E48-BA1A1C385521}">
      <dgm:prSet/>
      <dgm:spPr/>
      <dgm:t>
        <a:bodyPr/>
        <a:lstStyle/>
        <a:p>
          <a:endParaRPr lang="en-US"/>
        </a:p>
      </dgm:t>
    </dgm:pt>
    <dgm:pt modelId="{F20BE8AD-DD2E-49FF-B3A1-6293B0AC9918}" type="sibTrans" cxnId="{B7EA9F60-9F94-41DE-9E48-BA1A1C385521}">
      <dgm:prSet/>
      <dgm:spPr/>
      <dgm:t>
        <a:bodyPr/>
        <a:lstStyle/>
        <a:p>
          <a:endParaRPr lang="en-US"/>
        </a:p>
      </dgm:t>
    </dgm:pt>
    <dgm:pt modelId="{8BD8BDB5-461B-4B57-85EE-74F76467EC9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Florian:</a:t>
          </a:r>
          <a:endParaRPr lang="en-US" sz="1800">
            <a:latin typeface="+mn-lt"/>
          </a:endParaRPr>
        </a:p>
      </dgm:t>
    </dgm:pt>
    <dgm:pt modelId="{182A7F46-4DE2-49D6-A642-F1AF2BFF4D35}" type="parTrans" cxnId="{CD741222-A02F-4484-BB2F-FB1F31440230}">
      <dgm:prSet/>
      <dgm:spPr/>
      <dgm:t>
        <a:bodyPr/>
        <a:lstStyle/>
        <a:p>
          <a:endParaRPr lang="en-US"/>
        </a:p>
      </dgm:t>
    </dgm:pt>
    <dgm:pt modelId="{7E6AEE83-8BAC-4A5A-8E81-7D730B90C1B1}" type="sibTrans" cxnId="{CD741222-A02F-4484-BB2F-FB1F31440230}">
      <dgm:prSet/>
      <dgm:spPr/>
      <dgm:t>
        <a:bodyPr/>
        <a:lstStyle/>
        <a:p>
          <a:endParaRPr lang="en-US"/>
        </a:p>
      </dgm:t>
    </dgm:pt>
    <dgm:pt modelId="{9F8F3651-59E9-4269-AFE0-09022F2641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API-Erstellung</a:t>
          </a:r>
          <a:endParaRPr lang="en-US" sz="1800">
            <a:latin typeface="+mn-lt"/>
          </a:endParaRPr>
        </a:p>
      </dgm:t>
    </dgm:pt>
    <dgm:pt modelId="{52D2C008-9A8D-44CC-ACD5-D4CDD01896AB}" type="parTrans" cxnId="{2E01B06C-8F6F-4E96-9180-B170888BCE51}">
      <dgm:prSet/>
      <dgm:spPr/>
      <dgm:t>
        <a:bodyPr/>
        <a:lstStyle/>
        <a:p>
          <a:endParaRPr lang="en-US"/>
        </a:p>
      </dgm:t>
    </dgm:pt>
    <dgm:pt modelId="{8EAFBE42-4130-4192-85A1-7279B80CF005}" type="sibTrans" cxnId="{2E01B06C-8F6F-4E96-9180-B170888BCE51}">
      <dgm:prSet/>
      <dgm:spPr/>
      <dgm:t>
        <a:bodyPr/>
        <a:lstStyle/>
        <a:p>
          <a:endParaRPr lang="en-US"/>
        </a:p>
      </dgm:t>
    </dgm:pt>
    <dgm:pt modelId="{F7D05F1C-0AF0-45F9-8367-4664BD75FE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Sensordaten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Projektdokumentation</a:t>
          </a:r>
          <a:endParaRPr lang="en-US" sz="1800">
            <a:latin typeface="+mn-lt"/>
          </a:endParaRPr>
        </a:p>
      </dgm:t>
    </dgm:pt>
    <dgm:pt modelId="{2F89FA8E-5843-4403-B219-A6DC823C1626}" type="parTrans" cxnId="{C9284DAD-0ACB-4F22-8060-FEB29D6FF90B}">
      <dgm:prSet/>
      <dgm:spPr/>
      <dgm:t>
        <a:bodyPr/>
        <a:lstStyle/>
        <a:p>
          <a:endParaRPr lang="en-US"/>
        </a:p>
      </dgm:t>
    </dgm:pt>
    <dgm:pt modelId="{8B7FB8AD-95A4-468E-9602-DA0BA2A5D5D6}" type="sibTrans" cxnId="{C9284DAD-0ACB-4F22-8060-FEB29D6FF90B}">
      <dgm:prSet/>
      <dgm:spPr/>
      <dgm:t>
        <a:bodyPr/>
        <a:lstStyle/>
        <a:p>
          <a:endParaRPr lang="en-US"/>
        </a:p>
      </dgm:t>
    </dgm:pt>
    <dgm:pt modelId="{F0A9A192-0C9F-44BE-9712-E42AA2946F8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  <a:endParaRPr lang="en-US" sz="1800">
            <a:latin typeface="+mn-lt"/>
          </a:endParaRPr>
        </a:p>
      </dgm:t>
    </dgm:pt>
    <dgm:pt modelId="{C9B09A30-2392-4119-B007-F38B547C2B73}" type="parTrans" cxnId="{C8A35C6B-89E5-4A8C-98D8-81E3B7FF8ADD}">
      <dgm:prSet/>
      <dgm:spPr/>
      <dgm:t>
        <a:bodyPr/>
        <a:lstStyle/>
        <a:p>
          <a:endParaRPr lang="en-US"/>
        </a:p>
      </dgm:t>
    </dgm:pt>
    <dgm:pt modelId="{5A23A54E-F6CC-4266-901E-B7F9FBE5A312}" type="sibTrans" cxnId="{C8A35C6B-89E5-4A8C-98D8-81E3B7FF8ADD}">
      <dgm:prSet/>
      <dgm:spPr/>
      <dgm:t>
        <a:bodyPr/>
        <a:lstStyle/>
        <a:p>
          <a:endParaRPr lang="en-US"/>
        </a:p>
      </dgm:t>
    </dgm:pt>
    <dgm:pt modelId="{6656E50A-8245-40D0-8048-FF539F679C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</a:p>
      </dgm:t>
    </dgm:pt>
    <dgm:pt modelId="{97A55B63-379D-4750-A6A3-CED82489C531}" type="parTrans" cxnId="{28FF40B2-DE6A-4064-9880-24F8A3D8088C}">
      <dgm:prSet/>
      <dgm:spPr/>
      <dgm:t>
        <a:bodyPr/>
        <a:lstStyle/>
        <a:p>
          <a:endParaRPr lang="en-US"/>
        </a:p>
      </dgm:t>
    </dgm:pt>
    <dgm:pt modelId="{9DC6CBA7-80D4-43D0-B12B-15CC408EE58E}" type="sibTrans" cxnId="{28FF40B2-DE6A-4064-9880-24F8A3D8088C}">
      <dgm:prSet/>
      <dgm:spPr/>
      <dgm:t>
        <a:bodyPr/>
        <a:lstStyle/>
        <a:p>
          <a:endParaRPr lang="en-US"/>
        </a:p>
      </dgm:t>
    </dgm:pt>
    <dgm:pt modelId="{225B702D-0461-481B-8A21-EF156FA3F4D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Philip:</a:t>
          </a:r>
          <a:endParaRPr lang="en-US" sz="1800">
            <a:latin typeface="+mn-lt"/>
          </a:endParaRPr>
        </a:p>
      </dgm:t>
    </dgm:pt>
    <dgm:pt modelId="{83100241-5F4E-4066-B00B-F304FCB8EADA}" type="sibTrans" cxnId="{6FDAC93C-A744-4626-ABE2-D59AC937224D}">
      <dgm:prSet/>
      <dgm:spPr/>
      <dgm:t>
        <a:bodyPr/>
        <a:lstStyle/>
        <a:p>
          <a:endParaRPr lang="en-US"/>
        </a:p>
      </dgm:t>
    </dgm:pt>
    <dgm:pt modelId="{74EEC7B8-3818-4013-B09C-1EA091169C2E}" type="parTrans" cxnId="{6FDAC93C-A744-4626-ABE2-D59AC937224D}">
      <dgm:prSet/>
      <dgm:spPr/>
      <dgm:t>
        <a:bodyPr/>
        <a:lstStyle/>
        <a:p>
          <a:endParaRPr lang="en-US"/>
        </a:p>
      </dgm:t>
    </dgm:pt>
    <dgm:pt modelId="{DA1BB62C-96B9-4DA5-A211-FF769A3562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Projektdokumentation</a:t>
          </a:r>
        </a:p>
      </dgm:t>
    </dgm:pt>
    <dgm:pt modelId="{E911FBAD-29C4-4B74-BFC5-85F288F952E0}" type="sibTrans" cxnId="{0C26C6EF-0151-4206-B2D1-7D9B2DD3F54E}">
      <dgm:prSet/>
      <dgm:spPr/>
      <dgm:t>
        <a:bodyPr/>
        <a:lstStyle/>
        <a:p>
          <a:endParaRPr lang="en-US"/>
        </a:p>
      </dgm:t>
    </dgm:pt>
    <dgm:pt modelId="{68C5E541-18EE-4595-A959-8B0AA46CBDCE}" type="parTrans" cxnId="{0C26C6EF-0151-4206-B2D1-7D9B2DD3F54E}">
      <dgm:prSet/>
      <dgm:spPr/>
      <dgm:t>
        <a:bodyPr/>
        <a:lstStyle/>
        <a:p>
          <a:endParaRPr lang="en-US"/>
        </a:p>
      </dgm:t>
    </dgm:pt>
    <dgm:pt modelId="{CE5A8C00-F261-4A8B-8E67-F0D81A2439F1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err="1">
              <a:latin typeface="+mn-lt"/>
            </a:rPr>
            <a:t>Suicide</a:t>
          </a:r>
          <a:r>
            <a:rPr lang="de-DE" sz="1800">
              <a:latin typeface="+mn-lt"/>
            </a:rPr>
            <a:t> </a:t>
          </a:r>
          <a:r>
            <a:rPr lang="de-DE" sz="1800" err="1">
              <a:latin typeface="+mn-lt"/>
            </a:rPr>
            <a:t>prevention</a:t>
          </a:r>
          <a:endParaRPr lang="de-DE" sz="1800">
            <a:latin typeface="+mn-lt"/>
          </a:endParaRP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Sensordaten</a:t>
          </a:r>
        </a:p>
      </dgm:t>
    </dgm:pt>
    <dgm:pt modelId="{5261D149-580C-4E49-8CBC-B068B8048B86}" type="parTrans" cxnId="{6293EDA8-3E53-4C4B-8B7E-2DC52FFBC92D}">
      <dgm:prSet/>
      <dgm:spPr/>
      <dgm:t>
        <a:bodyPr/>
        <a:lstStyle/>
        <a:p>
          <a:endParaRPr lang="de-AT"/>
        </a:p>
      </dgm:t>
    </dgm:pt>
    <dgm:pt modelId="{B9A041A4-B5E8-4C47-9766-493BE5CBC5A6}" type="sibTrans" cxnId="{6293EDA8-3E53-4C4B-8B7E-2DC52FFBC92D}">
      <dgm:prSet/>
      <dgm:spPr/>
      <dgm:t>
        <a:bodyPr/>
        <a:lstStyle/>
        <a:p>
          <a:endParaRPr lang="de-AT"/>
        </a:p>
      </dgm:t>
    </dgm:pt>
    <dgm:pt modelId="{A6E998AB-5D71-4665-8714-F0D89A4B02CE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API-</a:t>
          </a:r>
          <a:r>
            <a:rPr lang="de-DE" sz="1800" err="1">
              <a:latin typeface="+mn-lt"/>
            </a:rPr>
            <a:t>Testing</a:t>
          </a:r>
          <a:endParaRPr lang="de-DE" sz="1800">
            <a:latin typeface="+mn-lt"/>
          </a:endParaRPr>
        </a:p>
      </dgm:t>
    </dgm:pt>
    <dgm:pt modelId="{8895AE4C-BDC1-4A38-BD96-C7D3912D6882}" type="parTrans" cxnId="{F4810799-02D6-46E6-93C4-67EDF477EE3D}">
      <dgm:prSet/>
      <dgm:spPr/>
      <dgm:t>
        <a:bodyPr/>
        <a:lstStyle/>
        <a:p>
          <a:endParaRPr lang="de-AT"/>
        </a:p>
      </dgm:t>
    </dgm:pt>
    <dgm:pt modelId="{8156F366-967E-411B-90A3-30CAA8699B44}" type="sibTrans" cxnId="{F4810799-02D6-46E6-93C4-67EDF477EE3D}">
      <dgm:prSet/>
      <dgm:spPr/>
      <dgm:t>
        <a:bodyPr/>
        <a:lstStyle/>
        <a:p>
          <a:endParaRPr lang="de-AT"/>
        </a:p>
      </dgm:t>
    </dgm:pt>
    <dgm:pt modelId="{C4EF2532-D7CE-4F37-9082-FC1CA1667A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  <a:endParaRPr lang="en-US" sz="1800">
            <a:latin typeface="+mn-lt"/>
          </a:endParaRPr>
        </a:p>
      </dgm:t>
    </dgm:pt>
    <dgm:pt modelId="{C2C3A82D-1AA4-4ED2-BF84-119D8DFCB722}" type="parTrans" cxnId="{59942FCD-15DE-4F64-A9FF-B86B77F637AC}">
      <dgm:prSet/>
      <dgm:spPr/>
      <dgm:t>
        <a:bodyPr/>
        <a:lstStyle/>
        <a:p>
          <a:endParaRPr lang="de-AT"/>
        </a:p>
      </dgm:t>
    </dgm:pt>
    <dgm:pt modelId="{C2D79D63-C87C-4929-A773-8746AC4B3928}" type="sibTrans" cxnId="{59942FCD-15DE-4F64-A9FF-B86B77F637AC}">
      <dgm:prSet/>
      <dgm:spPr/>
      <dgm:t>
        <a:bodyPr/>
        <a:lstStyle/>
        <a:p>
          <a:endParaRPr lang="de-AT"/>
        </a:p>
      </dgm:t>
    </dgm:pt>
    <dgm:pt modelId="{F28676FF-2711-49D3-ADA1-9CDD135E1ED1}" type="pres">
      <dgm:prSet presAssocID="{752E0E8F-0AB2-46F7-8FBC-35E315641B66}" presName="root" presStyleCnt="0">
        <dgm:presLayoutVars>
          <dgm:dir/>
          <dgm:resizeHandles val="exact"/>
        </dgm:presLayoutVars>
      </dgm:prSet>
      <dgm:spPr/>
    </dgm:pt>
    <dgm:pt modelId="{AF9C9CEB-9E1E-4285-B587-82FB02F3E936}" type="pres">
      <dgm:prSet presAssocID="{4E1C5CFB-05FB-47E2-94C5-885EF49E2772}" presName="compNode" presStyleCnt="0"/>
      <dgm:spPr/>
    </dgm:pt>
    <dgm:pt modelId="{C17225F5-0448-4158-B3C5-BE5385D9D5C9}" type="pres">
      <dgm:prSet presAssocID="{4E1C5CFB-05FB-47E2-94C5-885EF49E2772}" presName="iconRect" presStyleLbl="node1" presStyleIdx="0" presStyleCnt="3" custLinFactNeighborX="-674" custLinFactNeighborY="144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romitarbeiter mit einfarbiger Füllung"/>
        </a:ext>
      </dgm:extLst>
    </dgm:pt>
    <dgm:pt modelId="{9FE1B098-1101-4032-9BFF-36ACB2F0A2C7}" type="pres">
      <dgm:prSet presAssocID="{4E1C5CFB-05FB-47E2-94C5-885EF49E2772}" presName="iconSpace" presStyleCnt="0"/>
      <dgm:spPr/>
    </dgm:pt>
    <dgm:pt modelId="{A0E51B95-A5C1-4F87-A480-660CAFBC6880}" type="pres">
      <dgm:prSet presAssocID="{4E1C5CFB-05FB-47E2-94C5-885EF49E2772}" presName="parTx" presStyleLbl="revTx" presStyleIdx="0" presStyleCnt="6" custLinFactNeighborX="-236" custLinFactNeighborY="-42144">
        <dgm:presLayoutVars>
          <dgm:chMax val="0"/>
          <dgm:chPref val="0"/>
        </dgm:presLayoutVars>
      </dgm:prSet>
      <dgm:spPr/>
    </dgm:pt>
    <dgm:pt modelId="{F7DC7FF2-76FA-4ACE-B539-EE1EB17541AF}" type="pres">
      <dgm:prSet presAssocID="{4E1C5CFB-05FB-47E2-94C5-885EF49E2772}" presName="txSpace" presStyleCnt="0"/>
      <dgm:spPr/>
    </dgm:pt>
    <dgm:pt modelId="{47BB8071-44DA-46A4-AA9E-6FD7C4B231BA}" type="pres">
      <dgm:prSet presAssocID="{4E1C5CFB-05FB-47E2-94C5-885EF49E2772}" presName="desTx" presStyleLbl="revTx" presStyleIdx="1" presStyleCnt="6" custScaleX="133726" custScaleY="142343" custLinFactNeighborX="7317" custLinFactNeighborY="14835">
        <dgm:presLayoutVars/>
      </dgm:prSet>
      <dgm:spPr/>
    </dgm:pt>
    <dgm:pt modelId="{AAB2CB4A-1873-4CC0-8EF8-CBD9DE6EB4BF}" type="pres">
      <dgm:prSet presAssocID="{C87918E1-C6A2-4FF0-8465-9BF81A75E2AE}" presName="sibTrans" presStyleCnt="0"/>
      <dgm:spPr/>
    </dgm:pt>
    <dgm:pt modelId="{583C0E49-3A53-4B18-84B6-A61C2FE43F15}" type="pres">
      <dgm:prSet presAssocID="{8BD8BDB5-461B-4B57-85EE-74F76467EC92}" presName="compNode" presStyleCnt="0"/>
      <dgm:spPr/>
    </dgm:pt>
    <dgm:pt modelId="{E2838515-3417-4EEB-B2E4-B090C7B3E23D}" type="pres">
      <dgm:prSet presAssocID="{8BD8BDB5-461B-4B57-85EE-74F76467EC92}" presName="iconRect" presStyleLbl="node1" presStyleIdx="1" presStyleCnt="3" custLinFactNeighborX="-4804" custLinFactNeighborY="-1153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hirn im Kopf mit einfarbiger Füllung"/>
        </a:ext>
      </dgm:extLst>
    </dgm:pt>
    <dgm:pt modelId="{A66B2CC8-937A-44E3-97E4-A8548689FA2D}" type="pres">
      <dgm:prSet presAssocID="{8BD8BDB5-461B-4B57-85EE-74F76467EC92}" presName="iconSpace" presStyleCnt="0"/>
      <dgm:spPr/>
    </dgm:pt>
    <dgm:pt modelId="{8AC032CC-0475-4FEA-9D21-A4442CA5E9BC}" type="pres">
      <dgm:prSet presAssocID="{8BD8BDB5-461B-4B57-85EE-74F76467EC92}" presName="parTx" presStyleLbl="revTx" presStyleIdx="2" presStyleCnt="6" custLinFactNeighborX="-631" custLinFactNeighborY="-49794">
        <dgm:presLayoutVars>
          <dgm:chMax val="0"/>
          <dgm:chPref val="0"/>
        </dgm:presLayoutVars>
      </dgm:prSet>
      <dgm:spPr/>
    </dgm:pt>
    <dgm:pt modelId="{C978531F-219F-4B64-AACB-08F8559A99CC}" type="pres">
      <dgm:prSet presAssocID="{8BD8BDB5-461B-4B57-85EE-74F76467EC92}" presName="txSpace" presStyleCnt="0"/>
      <dgm:spPr/>
    </dgm:pt>
    <dgm:pt modelId="{B13BCD90-4678-4EBA-865E-438DC96EF2AB}" type="pres">
      <dgm:prSet presAssocID="{8BD8BDB5-461B-4B57-85EE-74F76467EC92}" presName="desTx" presStyleLbl="revTx" presStyleIdx="3" presStyleCnt="6" custScaleX="144156" custScaleY="157040" custLinFactNeighborX="220" custLinFactNeighborY="23505">
        <dgm:presLayoutVars/>
      </dgm:prSet>
      <dgm:spPr/>
    </dgm:pt>
    <dgm:pt modelId="{BA45A3B1-8F58-42D6-BD67-3E6AC6268543}" type="pres">
      <dgm:prSet presAssocID="{7E6AEE83-8BAC-4A5A-8E81-7D730B90C1B1}" presName="sibTrans" presStyleCnt="0"/>
      <dgm:spPr/>
    </dgm:pt>
    <dgm:pt modelId="{CE62A58F-7531-4EAE-B9BD-9B91A6D1EF96}" type="pres">
      <dgm:prSet presAssocID="{225B702D-0461-481B-8A21-EF156FA3F4D3}" presName="compNode" presStyleCnt="0"/>
      <dgm:spPr/>
    </dgm:pt>
    <dgm:pt modelId="{93F2219F-7259-4575-BBF0-68B421623D7F}" type="pres">
      <dgm:prSet presAssocID="{225B702D-0461-481B-8A21-EF156FA3F4D3}" presName="iconRect" presStyleLbl="node1" presStyleIdx="2" presStyleCnt="3" custLinFactNeighborX="-10541" custLinFactNeighborY="-1515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uljunge mit einfarbiger Füllung"/>
        </a:ext>
      </dgm:extLst>
    </dgm:pt>
    <dgm:pt modelId="{40FD589A-1C92-44F1-A6AB-234E4EBA6CCD}" type="pres">
      <dgm:prSet presAssocID="{225B702D-0461-481B-8A21-EF156FA3F4D3}" presName="iconSpace" presStyleCnt="0"/>
      <dgm:spPr/>
    </dgm:pt>
    <dgm:pt modelId="{AA980E9A-FE33-4A78-A5B7-689120A83397}" type="pres">
      <dgm:prSet presAssocID="{225B702D-0461-481B-8A21-EF156FA3F4D3}" presName="parTx" presStyleLbl="revTx" presStyleIdx="4" presStyleCnt="6" custLinFactNeighborX="-2992" custLinFactNeighborY="-63768">
        <dgm:presLayoutVars>
          <dgm:chMax val="0"/>
          <dgm:chPref val="0"/>
        </dgm:presLayoutVars>
      </dgm:prSet>
      <dgm:spPr/>
    </dgm:pt>
    <dgm:pt modelId="{E75E2FD0-A5B9-4E0A-B8FE-80A0E8BF13A8}" type="pres">
      <dgm:prSet presAssocID="{225B702D-0461-481B-8A21-EF156FA3F4D3}" presName="txSpace" presStyleCnt="0"/>
      <dgm:spPr/>
    </dgm:pt>
    <dgm:pt modelId="{5FE12465-6107-4411-87A9-4EBB3F01AD4A}" type="pres">
      <dgm:prSet presAssocID="{225B702D-0461-481B-8A21-EF156FA3F4D3}" presName="desTx" presStyleLbl="revTx" presStyleIdx="5" presStyleCnt="6" custScaleX="117031" custScaleY="121695">
        <dgm:presLayoutVars/>
      </dgm:prSet>
      <dgm:spPr/>
    </dgm:pt>
  </dgm:ptLst>
  <dgm:cxnLst>
    <dgm:cxn modelId="{36A11F0F-8E07-443C-9D7E-4B0D212CA221}" srcId="{752E0E8F-0AB2-46F7-8FBC-35E315641B66}" destId="{4E1C5CFB-05FB-47E2-94C5-885EF49E2772}" srcOrd="0" destOrd="0" parTransId="{0001762E-948A-4D33-B8C0-B0469925A1A9}" sibTransId="{C87918E1-C6A2-4FF0-8465-9BF81A75E2AE}"/>
    <dgm:cxn modelId="{2FD6511C-C444-4678-8C0F-3415A6FD2633}" type="presOf" srcId="{F0A9A192-0C9F-44BE-9712-E42AA2946F81}" destId="{B13BCD90-4678-4EBA-865E-438DC96EF2AB}" srcOrd="0" destOrd="2" presId="urn:microsoft.com/office/officeart/2018/5/layout/CenteredIconLabelDescriptionList"/>
    <dgm:cxn modelId="{CD741222-A02F-4484-BB2F-FB1F31440230}" srcId="{752E0E8F-0AB2-46F7-8FBC-35E315641B66}" destId="{8BD8BDB5-461B-4B57-85EE-74F76467EC92}" srcOrd="1" destOrd="0" parTransId="{182A7F46-4DE2-49D6-A642-F1AF2BFF4D35}" sibTransId="{7E6AEE83-8BAC-4A5A-8E81-7D730B90C1B1}"/>
    <dgm:cxn modelId="{6FDAC93C-A744-4626-ABE2-D59AC937224D}" srcId="{752E0E8F-0AB2-46F7-8FBC-35E315641B66}" destId="{225B702D-0461-481B-8A21-EF156FA3F4D3}" srcOrd="2" destOrd="0" parTransId="{74EEC7B8-3818-4013-B09C-1EA091169C2E}" sibTransId="{83100241-5F4E-4066-B00B-F304FCB8EADA}"/>
    <dgm:cxn modelId="{B7EA9F60-9F94-41DE-9E48-BA1A1C385521}" srcId="{4E1C5CFB-05FB-47E2-94C5-885EF49E2772}" destId="{29C6B8EC-1BEC-41BC-8E41-B7B6D0F68DE0}" srcOrd="0" destOrd="0" parTransId="{A8885009-E7BD-41E6-93CF-B29357862DF3}" sibTransId="{F20BE8AD-DD2E-49FF-B3A1-6293B0AC9918}"/>
    <dgm:cxn modelId="{D48C7763-D4AE-4668-B788-0A74BC8944FB}" type="presOf" srcId="{F7D05F1C-0AF0-45F9-8367-4664BD75FE94}" destId="{B13BCD90-4678-4EBA-865E-438DC96EF2AB}" srcOrd="0" destOrd="1" presId="urn:microsoft.com/office/officeart/2018/5/layout/CenteredIconLabelDescriptionList"/>
    <dgm:cxn modelId="{C8A35C6B-89E5-4A8C-98D8-81E3B7FF8ADD}" srcId="{8BD8BDB5-461B-4B57-85EE-74F76467EC92}" destId="{F0A9A192-0C9F-44BE-9712-E42AA2946F81}" srcOrd="2" destOrd="0" parTransId="{C9B09A30-2392-4119-B007-F38B547C2B73}" sibTransId="{5A23A54E-F6CC-4266-901E-B7F9FBE5A312}"/>
    <dgm:cxn modelId="{2E01B06C-8F6F-4E96-9180-B170888BCE51}" srcId="{8BD8BDB5-461B-4B57-85EE-74F76467EC92}" destId="{9F8F3651-59E9-4269-AFE0-09022F2641E5}" srcOrd="0" destOrd="0" parTransId="{52D2C008-9A8D-44CC-ACD5-D4CDD01896AB}" sibTransId="{8EAFBE42-4130-4192-85A1-7279B80CF005}"/>
    <dgm:cxn modelId="{EC1CBC6F-C951-43DE-BF69-230A2F4800B6}" type="presOf" srcId="{9F8F3651-59E9-4269-AFE0-09022F2641E5}" destId="{B13BCD90-4678-4EBA-865E-438DC96EF2AB}" srcOrd="0" destOrd="0" presId="urn:microsoft.com/office/officeart/2018/5/layout/CenteredIconLabelDescriptionList"/>
    <dgm:cxn modelId="{6020AF56-DDAE-4B20-85A0-D1B9649214BC}" type="presOf" srcId="{29C6B8EC-1BEC-41BC-8E41-B7B6D0F68DE0}" destId="{47BB8071-44DA-46A4-AA9E-6FD7C4B231BA}" srcOrd="0" destOrd="0" presId="urn:microsoft.com/office/officeart/2018/5/layout/CenteredIconLabelDescriptionList"/>
    <dgm:cxn modelId="{FD15D17C-FC1D-4C32-A227-18C1EC898A64}" type="presOf" srcId="{8BD8BDB5-461B-4B57-85EE-74F76467EC92}" destId="{8AC032CC-0475-4FEA-9D21-A4442CA5E9BC}" srcOrd="0" destOrd="0" presId="urn:microsoft.com/office/officeart/2018/5/layout/CenteredIconLabelDescriptionList"/>
    <dgm:cxn modelId="{A6568882-2E5B-4B75-B79D-389D5D126378}" type="presOf" srcId="{C4EF2532-D7CE-4F37-9082-FC1CA1667AEA}" destId="{47BB8071-44DA-46A4-AA9E-6FD7C4B231BA}" srcOrd="0" destOrd="1" presId="urn:microsoft.com/office/officeart/2018/5/layout/CenteredIconLabelDescriptionList"/>
    <dgm:cxn modelId="{E8035987-9247-4D13-B047-F386FAD64CB7}" type="presOf" srcId="{752E0E8F-0AB2-46F7-8FBC-35E315641B66}" destId="{F28676FF-2711-49D3-ADA1-9CDD135E1ED1}" srcOrd="0" destOrd="0" presId="urn:microsoft.com/office/officeart/2018/5/layout/CenteredIconLabelDescriptionList"/>
    <dgm:cxn modelId="{E9A56B89-FEB4-429C-BC5F-68B10FEA165C}" type="presOf" srcId="{225B702D-0461-481B-8A21-EF156FA3F4D3}" destId="{AA980E9A-FE33-4A78-A5B7-689120A83397}" srcOrd="0" destOrd="0" presId="urn:microsoft.com/office/officeart/2018/5/layout/CenteredIconLabelDescriptionList"/>
    <dgm:cxn modelId="{F4810799-02D6-46E6-93C4-67EDF477EE3D}" srcId="{225B702D-0461-481B-8A21-EF156FA3F4D3}" destId="{A6E998AB-5D71-4665-8714-F0D89A4B02CE}" srcOrd="1" destOrd="0" parTransId="{8895AE4C-BDC1-4A38-BD96-C7D3912D6882}" sibTransId="{8156F366-967E-411B-90A3-30CAA8699B44}"/>
    <dgm:cxn modelId="{6293EDA8-3E53-4C4B-8B7E-2DC52FFBC92D}" srcId="{225B702D-0461-481B-8A21-EF156FA3F4D3}" destId="{CE5A8C00-F261-4A8B-8E67-F0D81A2439F1}" srcOrd="0" destOrd="0" parTransId="{5261D149-580C-4E49-8CBC-B068B8048B86}" sibTransId="{B9A041A4-B5E8-4C47-9766-493BE5CBC5A6}"/>
    <dgm:cxn modelId="{83C7CFAA-AB32-48D5-9BF7-1973362E8C26}" type="presOf" srcId="{DA1BB62C-96B9-4DA5-A211-FF769A3562DE}" destId="{5FE12465-6107-4411-87A9-4EBB3F01AD4A}" srcOrd="0" destOrd="2" presId="urn:microsoft.com/office/officeart/2018/5/layout/CenteredIconLabelDescriptionList"/>
    <dgm:cxn modelId="{C9284DAD-0ACB-4F22-8060-FEB29D6FF90B}" srcId="{8BD8BDB5-461B-4B57-85EE-74F76467EC92}" destId="{F7D05F1C-0AF0-45F9-8367-4664BD75FE94}" srcOrd="1" destOrd="0" parTransId="{2F89FA8E-5843-4403-B219-A6DC823C1626}" sibTransId="{8B7FB8AD-95A4-468E-9602-DA0BA2A5D5D6}"/>
    <dgm:cxn modelId="{28FF40B2-DE6A-4064-9880-24F8A3D8088C}" srcId="{225B702D-0461-481B-8A21-EF156FA3F4D3}" destId="{6656E50A-8245-40D0-8048-FF539F679C43}" srcOrd="3" destOrd="0" parTransId="{97A55B63-379D-4750-A6A3-CED82489C531}" sibTransId="{9DC6CBA7-80D4-43D0-B12B-15CC408EE58E}"/>
    <dgm:cxn modelId="{1B3449B4-2244-43B7-A533-74DE8C37F88E}" type="presOf" srcId="{4E1C5CFB-05FB-47E2-94C5-885EF49E2772}" destId="{A0E51B95-A5C1-4F87-A480-660CAFBC6880}" srcOrd="0" destOrd="0" presId="urn:microsoft.com/office/officeart/2018/5/layout/CenteredIconLabelDescriptionList"/>
    <dgm:cxn modelId="{3289AEC5-991B-45DA-BE92-40C704DBEEFD}" type="presOf" srcId="{6656E50A-8245-40D0-8048-FF539F679C43}" destId="{5FE12465-6107-4411-87A9-4EBB3F01AD4A}" srcOrd="0" destOrd="3" presId="urn:microsoft.com/office/officeart/2018/5/layout/CenteredIconLabelDescriptionList"/>
    <dgm:cxn modelId="{59942FCD-15DE-4F64-A9FF-B86B77F637AC}" srcId="{4E1C5CFB-05FB-47E2-94C5-885EF49E2772}" destId="{C4EF2532-D7CE-4F37-9082-FC1CA1667AEA}" srcOrd="1" destOrd="0" parTransId="{C2C3A82D-1AA4-4ED2-BF84-119D8DFCB722}" sibTransId="{C2D79D63-C87C-4929-A773-8746AC4B3928}"/>
    <dgm:cxn modelId="{7C5361E2-15BD-4B98-8845-5A696C7C071B}" type="presOf" srcId="{CE5A8C00-F261-4A8B-8E67-F0D81A2439F1}" destId="{5FE12465-6107-4411-87A9-4EBB3F01AD4A}" srcOrd="0" destOrd="0" presId="urn:microsoft.com/office/officeart/2018/5/layout/CenteredIconLabelDescriptionList"/>
    <dgm:cxn modelId="{0C26C6EF-0151-4206-B2D1-7D9B2DD3F54E}" srcId="{225B702D-0461-481B-8A21-EF156FA3F4D3}" destId="{DA1BB62C-96B9-4DA5-A211-FF769A3562DE}" srcOrd="2" destOrd="0" parTransId="{68C5E541-18EE-4595-A959-8B0AA46CBDCE}" sibTransId="{E911FBAD-29C4-4B74-BFC5-85F288F952E0}"/>
    <dgm:cxn modelId="{73ED8FFC-25F6-4530-8355-98DC5B8842DE}" type="presOf" srcId="{A6E998AB-5D71-4665-8714-F0D89A4B02CE}" destId="{5FE12465-6107-4411-87A9-4EBB3F01AD4A}" srcOrd="0" destOrd="1" presId="urn:microsoft.com/office/officeart/2018/5/layout/CenteredIconLabelDescriptionList"/>
    <dgm:cxn modelId="{EEE231DD-1C87-4B10-88E9-B7C4AEE827AE}" type="presParOf" srcId="{F28676FF-2711-49D3-ADA1-9CDD135E1ED1}" destId="{AF9C9CEB-9E1E-4285-B587-82FB02F3E936}" srcOrd="0" destOrd="0" presId="urn:microsoft.com/office/officeart/2018/5/layout/CenteredIconLabelDescriptionList"/>
    <dgm:cxn modelId="{FC6BE750-E7F5-4466-AC7B-913C6D907B07}" type="presParOf" srcId="{AF9C9CEB-9E1E-4285-B587-82FB02F3E936}" destId="{C17225F5-0448-4158-B3C5-BE5385D9D5C9}" srcOrd="0" destOrd="0" presId="urn:microsoft.com/office/officeart/2018/5/layout/CenteredIconLabelDescriptionList"/>
    <dgm:cxn modelId="{CA83659C-60AB-4570-8CC5-97B54372EEE8}" type="presParOf" srcId="{AF9C9CEB-9E1E-4285-B587-82FB02F3E936}" destId="{9FE1B098-1101-4032-9BFF-36ACB2F0A2C7}" srcOrd="1" destOrd="0" presId="urn:microsoft.com/office/officeart/2018/5/layout/CenteredIconLabelDescriptionList"/>
    <dgm:cxn modelId="{5F19E104-4E00-4835-A8DB-A70464CC2DAB}" type="presParOf" srcId="{AF9C9CEB-9E1E-4285-B587-82FB02F3E936}" destId="{A0E51B95-A5C1-4F87-A480-660CAFBC6880}" srcOrd="2" destOrd="0" presId="urn:microsoft.com/office/officeart/2018/5/layout/CenteredIconLabelDescriptionList"/>
    <dgm:cxn modelId="{8D986491-D635-4FF5-83B7-8FC6376DC790}" type="presParOf" srcId="{AF9C9CEB-9E1E-4285-B587-82FB02F3E936}" destId="{F7DC7FF2-76FA-4ACE-B539-EE1EB17541AF}" srcOrd="3" destOrd="0" presId="urn:microsoft.com/office/officeart/2018/5/layout/CenteredIconLabelDescriptionList"/>
    <dgm:cxn modelId="{466CE97A-A234-498C-AB76-6DA518E259AA}" type="presParOf" srcId="{AF9C9CEB-9E1E-4285-B587-82FB02F3E936}" destId="{47BB8071-44DA-46A4-AA9E-6FD7C4B231BA}" srcOrd="4" destOrd="0" presId="urn:microsoft.com/office/officeart/2018/5/layout/CenteredIconLabelDescriptionList"/>
    <dgm:cxn modelId="{379AD848-CFC2-4B6A-A8ED-D8AC0E43D209}" type="presParOf" srcId="{F28676FF-2711-49D3-ADA1-9CDD135E1ED1}" destId="{AAB2CB4A-1873-4CC0-8EF8-CBD9DE6EB4BF}" srcOrd="1" destOrd="0" presId="urn:microsoft.com/office/officeart/2018/5/layout/CenteredIconLabelDescriptionList"/>
    <dgm:cxn modelId="{367FDBD9-BFC1-478C-B8C1-87CF1754C9E4}" type="presParOf" srcId="{F28676FF-2711-49D3-ADA1-9CDD135E1ED1}" destId="{583C0E49-3A53-4B18-84B6-A61C2FE43F15}" srcOrd="2" destOrd="0" presId="urn:microsoft.com/office/officeart/2018/5/layout/CenteredIconLabelDescriptionList"/>
    <dgm:cxn modelId="{8E022BFB-1FD7-4D07-89AF-D6CC81E507CB}" type="presParOf" srcId="{583C0E49-3A53-4B18-84B6-A61C2FE43F15}" destId="{E2838515-3417-4EEB-B2E4-B090C7B3E23D}" srcOrd="0" destOrd="0" presId="urn:microsoft.com/office/officeart/2018/5/layout/CenteredIconLabelDescriptionList"/>
    <dgm:cxn modelId="{272A9569-BB56-4EA3-886B-0F9EF5F7C33A}" type="presParOf" srcId="{583C0E49-3A53-4B18-84B6-A61C2FE43F15}" destId="{A66B2CC8-937A-44E3-97E4-A8548689FA2D}" srcOrd="1" destOrd="0" presId="urn:microsoft.com/office/officeart/2018/5/layout/CenteredIconLabelDescriptionList"/>
    <dgm:cxn modelId="{5FAACC07-1C09-49BF-91CB-43F5152AF350}" type="presParOf" srcId="{583C0E49-3A53-4B18-84B6-A61C2FE43F15}" destId="{8AC032CC-0475-4FEA-9D21-A4442CA5E9BC}" srcOrd="2" destOrd="0" presId="urn:microsoft.com/office/officeart/2018/5/layout/CenteredIconLabelDescriptionList"/>
    <dgm:cxn modelId="{7B8DB6F4-4E0B-43AA-AFB3-B4E963CA488D}" type="presParOf" srcId="{583C0E49-3A53-4B18-84B6-A61C2FE43F15}" destId="{C978531F-219F-4B64-AACB-08F8559A99CC}" srcOrd="3" destOrd="0" presId="urn:microsoft.com/office/officeart/2018/5/layout/CenteredIconLabelDescriptionList"/>
    <dgm:cxn modelId="{52C5E3E3-26F4-48DB-805D-AF2BE9930A3E}" type="presParOf" srcId="{583C0E49-3A53-4B18-84B6-A61C2FE43F15}" destId="{B13BCD90-4678-4EBA-865E-438DC96EF2AB}" srcOrd="4" destOrd="0" presId="urn:microsoft.com/office/officeart/2018/5/layout/CenteredIconLabelDescriptionList"/>
    <dgm:cxn modelId="{545DA824-ADCC-4322-B2B2-6D2081C04CF5}" type="presParOf" srcId="{F28676FF-2711-49D3-ADA1-9CDD135E1ED1}" destId="{BA45A3B1-8F58-42D6-BD67-3E6AC6268543}" srcOrd="3" destOrd="0" presId="urn:microsoft.com/office/officeart/2018/5/layout/CenteredIconLabelDescriptionList"/>
    <dgm:cxn modelId="{8C94A470-7508-4F5B-804A-82B9810D47CA}" type="presParOf" srcId="{F28676FF-2711-49D3-ADA1-9CDD135E1ED1}" destId="{CE62A58F-7531-4EAE-B9BD-9B91A6D1EF96}" srcOrd="4" destOrd="0" presId="urn:microsoft.com/office/officeart/2018/5/layout/CenteredIconLabelDescriptionList"/>
    <dgm:cxn modelId="{C1227965-8B9D-44F7-8AE8-071B0A6A9F21}" type="presParOf" srcId="{CE62A58F-7531-4EAE-B9BD-9B91A6D1EF96}" destId="{93F2219F-7259-4575-BBF0-68B421623D7F}" srcOrd="0" destOrd="0" presId="urn:microsoft.com/office/officeart/2018/5/layout/CenteredIconLabelDescriptionList"/>
    <dgm:cxn modelId="{08E41561-FEB3-446B-BAD9-F4ABFF001436}" type="presParOf" srcId="{CE62A58F-7531-4EAE-B9BD-9B91A6D1EF96}" destId="{40FD589A-1C92-44F1-A6AB-234E4EBA6CCD}" srcOrd="1" destOrd="0" presId="urn:microsoft.com/office/officeart/2018/5/layout/CenteredIconLabelDescriptionList"/>
    <dgm:cxn modelId="{87EAC365-7B67-4E49-9A7F-DA6BB44F4871}" type="presParOf" srcId="{CE62A58F-7531-4EAE-B9BD-9B91A6D1EF96}" destId="{AA980E9A-FE33-4A78-A5B7-689120A83397}" srcOrd="2" destOrd="0" presId="urn:microsoft.com/office/officeart/2018/5/layout/CenteredIconLabelDescriptionList"/>
    <dgm:cxn modelId="{168A5FA1-C10C-4CE6-8C7F-B543B094AD1C}" type="presParOf" srcId="{CE62A58F-7531-4EAE-B9BD-9B91A6D1EF96}" destId="{E75E2FD0-A5B9-4E0A-B8FE-80A0E8BF13A8}" srcOrd="3" destOrd="0" presId="urn:microsoft.com/office/officeart/2018/5/layout/CenteredIconLabelDescriptionList"/>
    <dgm:cxn modelId="{17A2DC57-1A17-4142-B5DB-A0BF36172A2A}" type="presParOf" srcId="{CE62A58F-7531-4EAE-B9BD-9B91A6D1EF96}" destId="{5FE12465-6107-4411-87A9-4EBB3F01A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58285"/>
          <a:ext cx="7886700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Das hosten einer API und ausführen von Befehlen über Endpoints</a:t>
          </a:r>
          <a:endParaRPr lang="en-US" sz="3600" kern="1200"/>
        </a:p>
      </dsp:txBody>
      <dsp:txXfrm>
        <a:off x="69908" y="128193"/>
        <a:ext cx="7746884" cy="1292264"/>
      </dsp:txXfrm>
    </dsp:sp>
    <dsp:sp modelId="{6E88EC39-FC2F-40DF-B771-7A4851DDF840}">
      <dsp:nvSpPr>
        <dsp:cNvPr id="0" name=""/>
        <dsp:cNvSpPr/>
      </dsp:nvSpPr>
      <dsp:spPr>
        <a:xfrm>
          <a:off x="0" y="1594045"/>
          <a:ext cx="7886700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Das speichern von Strecken und das erneute fahren von diesen</a:t>
          </a:r>
          <a:endParaRPr lang="en-US" sz="3600" kern="1200"/>
        </a:p>
      </dsp:txBody>
      <dsp:txXfrm>
        <a:off x="69908" y="1663953"/>
        <a:ext cx="7746884" cy="1292264"/>
      </dsp:txXfrm>
    </dsp:sp>
    <dsp:sp modelId="{3792B7E3-13C6-414F-AA5D-0821C28100F1}">
      <dsp:nvSpPr>
        <dsp:cNvPr id="0" name=""/>
        <dsp:cNvSpPr/>
      </dsp:nvSpPr>
      <dsp:spPr>
        <a:xfrm>
          <a:off x="0" y="3129805"/>
          <a:ext cx="7886700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err="1"/>
            <a:t>Sensordaten</a:t>
          </a:r>
          <a:r>
            <a:rPr lang="en-US" sz="3600" kern="1200"/>
            <a:t> </a:t>
          </a:r>
          <a:r>
            <a:rPr lang="en-US" sz="3600" kern="1200" err="1"/>
            <a:t>auslesen</a:t>
          </a:r>
          <a:r>
            <a:rPr lang="en-US" sz="3600" kern="1200"/>
            <a:t> und </a:t>
          </a:r>
          <a:r>
            <a:rPr lang="en-US" sz="3600" kern="1200" err="1"/>
            <a:t>über</a:t>
          </a:r>
          <a:r>
            <a:rPr lang="en-US" sz="3600" kern="1200"/>
            <a:t> API </a:t>
          </a:r>
          <a:r>
            <a:rPr lang="en-US" sz="3600" kern="1200" err="1"/>
            <a:t>übergeben</a:t>
          </a:r>
          <a:endParaRPr lang="en-US" sz="3600" kern="1200"/>
        </a:p>
      </dsp:txBody>
      <dsp:txXfrm>
        <a:off x="69908" y="3199713"/>
        <a:ext cx="7746884" cy="12922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225F5-0448-4158-B3C5-BE5385D9D5C9}">
      <dsp:nvSpPr>
        <dsp:cNvPr id="0" name=""/>
        <dsp:cNvSpPr/>
      </dsp:nvSpPr>
      <dsp:spPr>
        <a:xfrm>
          <a:off x="946973" y="1099789"/>
          <a:ext cx="669704" cy="669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51B95-A5C1-4F87-A480-660CAFBC6880}">
      <dsp:nvSpPr>
        <dsp:cNvPr id="0" name=""/>
        <dsp:cNvSpPr/>
      </dsp:nvSpPr>
      <dsp:spPr>
        <a:xfrm>
          <a:off x="325103" y="1728256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Jonas:</a:t>
          </a:r>
          <a:endParaRPr lang="en-US" sz="1800" kern="1200">
            <a:latin typeface="+mn-lt"/>
          </a:endParaRPr>
        </a:p>
      </dsp:txBody>
      <dsp:txXfrm>
        <a:off x="325103" y="1728256"/>
        <a:ext cx="1913442" cy="287016"/>
      </dsp:txXfrm>
    </dsp:sp>
    <dsp:sp modelId="{47BB8071-44DA-46A4-AA9E-6FD7C4B231BA}">
      <dsp:nvSpPr>
        <dsp:cNvPr id="0" name=""/>
        <dsp:cNvSpPr/>
      </dsp:nvSpPr>
      <dsp:spPr>
        <a:xfrm>
          <a:off x="146961" y="1995485"/>
          <a:ext cx="2558769" cy="1713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API-Erstellung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n-lt"/>
            </a:rPr>
            <a:t>Track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  <a:endParaRPr lang="en-US" sz="1800" kern="1200">
            <a:latin typeface="+mn-lt"/>
          </a:endParaRPr>
        </a:p>
      </dsp:txBody>
      <dsp:txXfrm>
        <a:off x="146961" y="1995485"/>
        <a:ext cx="2558769" cy="1713114"/>
      </dsp:txXfrm>
    </dsp:sp>
    <dsp:sp modelId="{E2838515-3417-4EEB-B2E4-B090C7B3E23D}">
      <dsp:nvSpPr>
        <dsp:cNvPr id="0" name=""/>
        <dsp:cNvSpPr/>
      </dsp:nvSpPr>
      <dsp:spPr>
        <a:xfrm>
          <a:off x="3912723" y="968634"/>
          <a:ext cx="669704" cy="669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032CC-0475-4FEA-9D21-A4442CA5E9BC}">
      <dsp:nvSpPr>
        <dsp:cNvPr id="0" name=""/>
        <dsp:cNvSpPr/>
      </dsp:nvSpPr>
      <dsp:spPr>
        <a:xfrm>
          <a:off x="3310953" y="1662079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Florian:</a:t>
          </a:r>
          <a:endParaRPr lang="en-US" sz="1800" kern="1200">
            <a:latin typeface="+mn-lt"/>
          </a:endParaRPr>
        </a:p>
      </dsp:txBody>
      <dsp:txXfrm>
        <a:off x="3310953" y="1662079"/>
        <a:ext cx="1913442" cy="287016"/>
      </dsp:txXfrm>
    </dsp:sp>
    <dsp:sp modelId="{B13BCD90-4678-4EBA-865E-438DC96EF2AB}">
      <dsp:nvSpPr>
        <dsp:cNvPr id="0" name=""/>
        <dsp:cNvSpPr/>
      </dsp:nvSpPr>
      <dsp:spPr>
        <a:xfrm>
          <a:off x="2904786" y="1967169"/>
          <a:ext cx="2758341" cy="1889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API-Erstellung</a:t>
          </a:r>
          <a:endParaRPr lang="en-US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Sensordaten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Projektdokumentation</a:t>
          </a:r>
          <a:endParaRPr lang="en-US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  <a:endParaRPr lang="en-US" sz="1800" kern="1200">
            <a:latin typeface="+mn-lt"/>
          </a:endParaRPr>
        </a:p>
      </dsp:txBody>
      <dsp:txXfrm>
        <a:off x="2904786" y="1967169"/>
        <a:ext cx="2758341" cy="1889994"/>
      </dsp:txXfrm>
    </dsp:sp>
    <dsp:sp modelId="{93F2219F-7259-4575-BBF0-68B421623D7F}">
      <dsp:nvSpPr>
        <dsp:cNvPr id="0" name=""/>
        <dsp:cNvSpPr/>
      </dsp:nvSpPr>
      <dsp:spPr>
        <a:xfrm>
          <a:off x="6707985" y="1050729"/>
          <a:ext cx="669704" cy="6697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0E9A-FE33-4A78-A5B7-689120A83397}">
      <dsp:nvSpPr>
        <dsp:cNvPr id="0" name=""/>
        <dsp:cNvSpPr/>
      </dsp:nvSpPr>
      <dsp:spPr>
        <a:xfrm>
          <a:off x="6099460" y="1728317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Philip:</a:t>
          </a:r>
          <a:endParaRPr lang="en-US" sz="1800" kern="1200">
            <a:latin typeface="+mn-lt"/>
          </a:endParaRPr>
        </a:p>
      </dsp:txBody>
      <dsp:txXfrm>
        <a:off x="6099460" y="1728317"/>
        <a:ext cx="1913442" cy="287016"/>
      </dsp:txXfrm>
    </dsp:sp>
    <dsp:sp modelId="{5FE12465-6107-4411-87A9-4EBB3F01AD4A}">
      <dsp:nvSpPr>
        <dsp:cNvPr id="0" name=""/>
        <dsp:cNvSpPr/>
      </dsp:nvSpPr>
      <dsp:spPr>
        <a:xfrm>
          <a:off x="5993771" y="2003320"/>
          <a:ext cx="2239320" cy="1464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err="1">
              <a:latin typeface="+mn-lt"/>
            </a:rPr>
            <a:t>Suicide</a:t>
          </a:r>
          <a:r>
            <a:rPr lang="de-DE" sz="1800" kern="1200">
              <a:latin typeface="+mn-lt"/>
            </a:rPr>
            <a:t> </a:t>
          </a:r>
          <a:r>
            <a:rPr lang="de-DE" sz="1800" kern="1200" err="1">
              <a:latin typeface="+mn-lt"/>
            </a:rPr>
            <a:t>prevention</a:t>
          </a:r>
          <a:endParaRPr lang="de-DE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Sensordaten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API-</a:t>
          </a:r>
          <a:r>
            <a:rPr lang="de-DE" sz="1800" kern="1200" err="1">
              <a:latin typeface="+mn-lt"/>
            </a:rPr>
            <a:t>Testing</a:t>
          </a:r>
          <a:endParaRPr lang="de-DE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Projektdokumentation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</a:p>
      </dsp:txBody>
      <dsp:txXfrm>
        <a:off x="5993771" y="2003320"/>
        <a:ext cx="2239320" cy="1464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 bwMode="auto">
          <a:xfrm>
            <a:off x="4021294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3953DA5E-C6E2-4FA2-8BC8-7FF9A5EB6734}" type="datetimeFigureOut">
              <a:rPr lang="de-DE"/>
              <a:t>13.03.2025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 bwMode="auto">
          <a:xfrm>
            <a:off x="4021294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89A9BFB2-3314-459B-BBF3-97A86AECA4E3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360A-102B-474E-BEC0-79AC7566E430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EB10-9094-CC46-9BCA-615730AD1A2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8938C-29B8-4D68-B3E2-65383D25561A}" type="slidenum">
              <a:rPr lang="de-AT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A92CB-F91D-4CDD-843E-C20D96A57C63}" type="slidenum">
              <a:rPr lang="de-AT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8048-23C5-41A6-899C-F663368C05D2}" type="slidenum">
              <a:rPr lang="de-AT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F7C12-618F-49D7-BEDD-2077C6E49D94}" type="slidenum">
              <a:rPr lang="de-AT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56792"/>
            <a:ext cx="78867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0062"/>
            <a:ext cx="1196981" cy="1325563"/>
          </a:xfrm>
          <a:prstGeom prst="rect">
            <a:avLst/>
          </a:prstGeom>
        </p:spPr>
      </p:pic>
      <p:sp>
        <p:nvSpPr>
          <p:cNvPr id="8" name="Title 1"/>
          <p:cNvSpPr txBox="1"/>
          <p:nvPr userDrawn="1"/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6"/>
            <a:ext cx="7056784" cy="975641"/>
          </a:xfrm>
        </p:spPr>
        <p:txBody>
          <a:bodyPr lIns="91440" tIns="45720" rIns="91440" bIns="45720" anchor="ctr"/>
          <a:lstStyle/>
          <a:p>
            <a:r>
              <a:rPr lang="de-DE" altLang="en-US">
                <a:latin typeface="Calibri"/>
                <a:ea typeface="Calibri"/>
                <a:cs typeface="Calibri"/>
              </a:rPr>
              <a:t>Sprint Review - Sprint 2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2132856"/>
            <a:ext cx="77724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>
                <a:latin typeface="Calibri" panose="020F0502020204030204" charset="0"/>
              </a:rPr>
              <a:t>SYP Projekt</a:t>
            </a:r>
          </a:p>
          <a:p>
            <a:pPr algn="ctr"/>
            <a:endParaRPr lang="de-DE" altLang="de-AT" sz="3600">
              <a:latin typeface="Calibri" panose="020F0502020204030204" charset="0"/>
              <a:cs typeface="+mj-lt"/>
            </a:endParaRPr>
          </a:p>
          <a:p>
            <a:pPr algn="ctr"/>
            <a:r>
              <a:rPr lang="de-DE" altLang="de-AT" sz="3600">
                <a:cs typeface="+mj-lt"/>
              </a:rPr>
              <a:t>Sprint 2 (13.02 - 12.03)</a:t>
            </a:r>
          </a:p>
          <a:p>
            <a:pPr algn="ctr"/>
            <a:endParaRPr lang="de-DE" altLang="de-AT" sz="3600">
              <a:cs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</a:t>
            </a:fld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altLang="en-US" b="1" kern="1200"/>
              <a:t>Sprint Ziele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kern="1200"/>
              <a:pPr>
                <a:spcAft>
                  <a:spcPts val="600"/>
                </a:spcAft>
                <a:defRPr/>
              </a:pPr>
              <a:t>2</a:t>
            </a:fld>
            <a:endParaRPr lang="de-AT" kern="1200"/>
          </a:p>
        </p:txBody>
      </p:sp>
      <p:graphicFrame>
        <p:nvGraphicFramePr>
          <p:cNvPr id="12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7016273"/>
              </p:ext>
            </p:extLst>
          </p:nvPr>
        </p:nvGraphicFramePr>
        <p:xfrm>
          <a:off x="628650" y="1556792"/>
          <a:ext cx="7886700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err="1">
                <a:cs typeface="+mj-lt"/>
              </a:rPr>
              <a:t>Sprint Review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3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611505" y="1628775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de-DE" altLang="en-US" sz="1400" b="1">
                <a:latin typeface="Calibri" panose="020F0502020204030204" charset="0"/>
              </a:rPr>
              <a:t>User Stories - Sprint 2.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376092603"/>
              </p:ext>
            </p:extLst>
          </p:nvPr>
        </p:nvGraphicFramePr>
        <p:xfrm>
          <a:off x="683895" y="2132965"/>
          <a:ext cx="7688946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/>
                        </a:rPr>
                        <a:t>StoryPoints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Hafner, Eder, Ellmauthaler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Das hosten einer API, um Befehle von einem anderem Gerät via Endpoints zu senden.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350">
                          <a:latin typeface="Calibri" panose="020F0502020204030204" charset="0"/>
                          <a:sym typeface="+mn-ea"/>
                        </a:rPr>
                        <a:t>Eder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Das speichern von einer gefahrenen Strecke, um diese an einem späteren Zeitpunkt erneut zu fahren.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Ellmauthaler, Hafner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Das auslesen und speichern von 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Calibri"/>
                        </a:rPr>
                        <a:t>nicht 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824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/>
              <a:t>Sprint </a:t>
            </a:r>
            <a:r>
              <a:rPr lang="de-DE" altLang="en-US" err="1"/>
              <a:t>Burndown</a:t>
            </a:r>
            <a:r>
              <a:rPr lang="de-DE" altLang="en-US"/>
              <a:t>-Chart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>
                <a:latin typeface="+mn-lt"/>
                <a:ea typeface="+mn-ea"/>
                <a:cs typeface="+mn-cs"/>
              </a:rPr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4</a:t>
            </a:fld>
            <a:endParaRPr lang="de-AT"/>
          </a:p>
        </p:txBody>
      </p:sp>
      <p:sp>
        <p:nvSpPr>
          <p:cNvPr id="5" name="TextBox 4"/>
          <p:cNvSpPr txBox="1"/>
          <p:nvPr/>
        </p:nvSpPr>
        <p:spPr>
          <a:xfrm>
            <a:off x="5004048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Geplante </a:t>
            </a:r>
            <a:r>
              <a:rPr lang="de-DE" sz="2100" noProof="0" err="1"/>
              <a:t>Storypoints</a:t>
            </a:r>
            <a:r>
              <a:rPr lang="de-DE" sz="2100" noProof="0"/>
              <a:t>:	70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Erledigte </a:t>
            </a:r>
            <a:r>
              <a:rPr lang="de-DE" sz="2100" noProof="0" err="1"/>
              <a:t>Storypoints</a:t>
            </a:r>
            <a:r>
              <a:rPr lang="de-DE" sz="2100"/>
              <a:t>:	65</a:t>
            </a: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Offene </a:t>
            </a:r>
            <a:r>
              <a:rPr lang="de-DE" sz="2100" noProof="0" err="1"/>
              <a:t>Storypoints</a:t>
            </a:r>
            <a:r>
              <a:rPr lang="de-DE" sz="2100" noProof="0"/>
              <a:t>:</a:t>
            </a:r>
            <a:r>
              <a:rPr lang="de-DE" sz="2100"/>
              <a:t>	5</a:t>
            </a: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Verbleibende </a:t>
            </a:r>
            <a:r>
              <a:rPr lang="de-DE" sz="2100" noProof="0" err="1"/>
              <a:t>Storypoints</a:t>
            </a:r>
            <a:r>
              <a:rPr lang="de-DE" sz="2100" noProof="0"/>
              <a:t> in </a:t>
            </a:r>
            <a:r>
              <a:rPr lang="de-DE" sz="2100" noProof="0" err="1"/>
              <a:t>Product</a:t>
            </a:r>
            <a:r>
              <a:rPr lang="de-DE" sz="2100" noProof="0"/>
              <a:t> Backlog:	165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10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3350001"/>
              </p:ext>
            </p:extLst>
          </p:nvPr>
        </p:nvGraphicFramePr>
        <p:xfrm>
          <a:off x="117988" y="2272553"/>
          <a:ext cx="5004048" cy="3457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628800"/>
            <a:ext cx="706056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>
                <a:latin typeface="Calibri"/>
                <a:ea typeface="Calibri"/>
                <a:cs typeface="Calibri"/>
              </a:rPr>
              <a:t>Velocity Sprint 1:	61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2:	65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1-n:	63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5</a:t>
            </a:fld>
            <a:endParaRPr lang="de-AT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B5CA1AE-92B2-CEC7-3A55-2AE2F8EA1513}"/>
              </a:ext>
              <a:ext uri="{147F2762-F138-4A5C-976F-8EAC2B608ADB}">
                <a16:predDERef xmlns:a16="http://schemas.microsoft.com/office/drawing/2014/main" pre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3368054"/>
              </p:ext>
            </p:extLst>
          </p:nvPr>
        </p:nvGraphicFramePr>
        <p:xfrm>
          <a:off x="2253771" y="2735890"/>
          <a:ext cx="4634036" cy="324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anchor="ctr">
            <a:normAutofit/>
          </a:bodyPr>
          <a:lstStyle/>
          <a:p>
            <a:r>
              <a:rPr lang="de-DE" altLang="en-US"/>
              <a:t>Sprint Aufgaben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6</a:t>
            </a:fld>
            <a:endParaRPr lang="de-AT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C95C0872-C4A8-5365-E54B-E93176C04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4909351"/>
              </p:ext>
            </p:extLst>
          </p:nvPr>
        </p:nvGraphicFramePr>
        <p:xfrm>
          <a:off x="663621" y="1628062"/>
          <a:ext cx="8240047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6BEAA-9DBD-3C9F-5A9B-0E7E5C7C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Next </a:t>
            </a:r>
            <a:r>
              <a:rPr lang="de-AT" err="1"/>
              <a:t>Steps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A49B0-7914-7593-24F5-A9D7BD6D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/>
              <a:t>Datenbank(en)</a:t>
            </a:r>
          </a:p>
          <a:p>
            <a:pPr lvl="1"/>
            <a:r>
              <a:rPr lang="de-AT"/>
              <a:t>Routen speichern</a:t>
            </a:r>
          </a:p>
          <a:p>
            <a:pPr lvl="1"/>
            <a:r>
              <a:rPr lang="de-AT"/>
              <a:t>Sensor Daten speichern</a:t>
            </a:r>
          </a:p>
          <a:p>
            <a:pPr lvl="1"/>
            <a:r>
              <a:rPr lang="de-AT"/>
              <a:t>Endpoints für die nächsten Sprints</a:t>
            </a:r>
          </a:p>
          <a:p>
            <a:pPr lvl="2"/>
            <a:r>
              <a:rPr lang="de-AT"/>
              <a:t>Gefahrenen Weg speichern &amp; wiedergeben (nachfahren)</a:t>
            </a:r>
          </a:p>
          <a:p>
            <a:pPr lvl="2"/>
            <a:r>
              <a:rPr lang="de-AT" err="1"/>
              <a:t>Map</a:t>
            </a:r>
            <a:endParaRPr lang="de-AT"/>
          </a:p>
          <a:p>
            <a:pPr lvl="2"/>
            <a:endParaRPr lang="de-AT"/>
          </a:p>
          <a:p>
            <a:r>
              <a:rPr lang="de-AT"/>
              <a:t>Einstellungen</a:t>
            </a:r>
          </a:p>
          <a:p>
            <a:r>
              <a:rPr lang="de-AT"/>
              <a:t>Sensordaten </a:t>
            </a:r>
          </a:p>
          <a:p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55101D-B10D-5A1C-4417-4EBF5693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384396-CF3A-5395-4450-EA3752B0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6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CB628-C254-E8DB-E239-D312A01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31336-FBF7-669B-4E31-358737C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sz="3200"/>
              <a:t>Vielen Dank für eure Aufmerksamkeit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5A6A8-9603-8923-9CBE-9F52DB78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2B5D5-8D98-F7DB-2C8D-5AF1E32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7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FD76AC810CD946AFF2048135E5AED8" ma:contentTypeVersion="4" ma:contentTypeDescription="Ein neues Dokument erstellen." ma:contentTypeScope="" ma:versionID="f1a1cd72032fc8609ea7c3f0b5cd8b51">
  <xsd:schema xmlns:xsd="http://www.w3.org/2001/XMLSchema" xmlns:xs="http://www.w3.org/2001/XMLSchema" xmlns:p="http://schemas.microsoft.com/office/2006/metadata/properties" xmlns:ns2="e330c3bd-b73b-44bd-ae32-0c4bdfdcab8e" targetNamespace="http://schemas.microsoft.com/office/2006/metadata/properties" ma:root="true" ma:fieldsID="a8427e112a34e63d5c426854409c5fee" ns2:_="">
    <xsd:import namespace="e330c3bd-b73b-44bd-ae32-0c4bdfdca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0c3bd-b73b-44bd-ae32-0c4bdfdca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B628B2-85F5-4AD2-9E28-9130197E5E7C}">
  <ds:schemaRefs>
    <ds:schemaRef ds:uri="e330c3bd-b73b-44bd-ae32-0c4bdfdcab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354EFAF-31A0-41ED-A74D-DAE704B6C081}">
  <ds:schemaRefs>
    <ds:schemaRef ds:uri="e330c3bd-b73b-44bd-ae32-0c4bdfdcab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981A0EB-802E-4D0E-9A2A-3AE4F15204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Sprint Review - Sprint 2</vt:lpstr>
      <vt:lpstr>Sprint Ziele</vt:lpstr>
      <vt:lpstr>Sprint Review</vt:lpstr>
      <vt:lpstr>Sprint Burndown-Chart</vt:lpstr>
      <vt:lpstr>Sprint Velocity</vt:lpstr>
      <vt:lpstr>Sprint Aufgaben</vt:lpstr>
      <vt:lpstr>Next Steps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Mag. (FH) Wolfgang Mayrhofer</dc:title>
  <dc:creator>Wolfgang</dc:creator>
  <cp:revision>1</cp:revision>
  <cp:lastPrinted>2023-02-02T13:47:16Z</cp:lastPrinted>
  <dcterms:created xsi:type="dcterms:W3CDTF">2023-02-02T13:47:16Z</dcterms:created>
  <dcterms:modified xsi:type="dcterms:W3CDTF">2025-03-13T07:25:17Z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  <property fmtid="{D5CDD505-2E9C-101B-9397-08002B2CF9AE}" pid="4" name="ContentTypeId">
    <vt:lpwstr>0x01010091FD76AC810CD946AFF2048135E5AED8</vt:lpwstr>
  </property>
</Properties>
</file>